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3.xml" ContentType="application/vnd.openxmlformats-officedocument.presentationml.slideMaster+xml"/>
  <Override PartName="/ppt/slideMasters/slideMaster21.xml" ContentType="application/vnd.openxmlformats-officedocument.presentationml.slideMaster+xml"/>
  <Override PartName="/ppt/slideMasters/slideMaster4.xml" ContentType="application/vnd.openxmlformats-officedocument.presentationml.slideMaster+xml"/>
  <Override PartName="/ppt/slideMasters/slideMaster22.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23.xml" ContentType="application/vnd.openxmlformats-officedocument.presentationml.slideMaster+xml"/>
  <Override PartName="/ppt/slideMasters/slideMaster7.xml" ContentType="application/vnd.openxmlformats-officedocument.presentationml.slideMaster+xml"/>
  <Override PartName="/ppt/slideMasters/slideMaster24.xml" ContentType="application/vnd.openxmlformats-officedocument.presentationml.slideMaster+xml"/>
  <Override PartName="/ppt/slideMasters/slideMaster8.xml" ContentType="application/vnd.openxmlformats-officedocument.presentationml.slideMaster+xml"/>
  <Override PartName="/ppt/slideMasters/slideMaster25.xml" ContentType="application/vnd.openxmlformats-officedocument.presentationml.slideMaster+xml"/>
  <Override PartName="/ppt/slideMasters/slideMaster9.xml" ContentType="application/vnd.openxmlformats-officedocument.presentationml.slideMaster+xml"/>
  <Override PartName="/ppt/slideMasters/slideMaster26.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44.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47.xml" ContentType="application/vnd.openxmlformats-officedocument.presentationml.slideMaster+xml"/>
  <Override PartName="/ppt/slideMasters/slideMaster48.xml" ContentType="application/vnd.openxmlformats-officedocument.presentationml.slideMaster+xml"/>
  <Override PartName="/ppt/slideMasters/_rels/slideMaster40.xml.rels" ContentType="application/vnd.openxmlformats-package.relationships+xml"/>
  <Override PartName="/ppt/slideMasters/_rels/slideMaster1.xml.rels" ContentType="application/vnd.openxmlformats-package.relationships+xml"/>
  <Override PartName="/ppt/slideMasters/_rels/slideMaster22.xml.rels" ContentType="application/vnd.openxmlformats-package.relationships+xml"/>
  <Override PartName="/ppt/slideMasters/_rels/slideMaster41.xml.rels" ContentType="application/vnd.openxmlformats-package.relationships+xml"/>
  <Override PartName="/ppt/slideMasters/_rels/slideMaster2.xml.rels" ContentType="application/vnd.openxmlformats-package.relationships+xml"/>
  <Override PartName="/ppt/slideMasters/_rels/slideMaster20.xml.rels" ContentType="application/vnd.openxmlformats-package.relationships+xml"/>
  <Override PartName="/ppt/slideMasters/_rels/slideMaster42.xml.rels" ContentType="application/vnd.openxmlformats-package.relationships+xml"/>
  <Override PartName="/ppt/slideMasters/_rels/slideMaster3.xml.rels" ContentType="application/vnd.openxmlformats-package.relationships+xml"/>
  <Override PartName="/ppt/slideMasters/_rels/slideMaster21.xml.rels" ContentType="application/vnd.openxmlformats-package.relationships+xml"/>
  <Override PartName="/ppt/slideMasters/_rels/slideMaster4.xml.rels" ContentType="application/vnd.openxmlformats-package.relationships+xml"/>
  <Override PartName="/ppt/slideMasters/_rels/slideMaster43.xml.rels" ContentType="application/vnd.openxmlformats-package.relationships+xml"/>
  <Override PartName="/ppt/slideMasters/_rels/slideMaster5.xml.rels" ContentType="application/vnd.openxmlformats-package.relationships+xml"/>
  <Override PartName="/ppt/slideMasters/_rels/slideMaster44.xml.rels" ContentType="application/vnd.openxmlformats-package.relationships+xml"/>
  <Override PartName="/ppt/slideMasters/_rels/slideMaster23.xml.rels" ContentType="application/vnd.openxmlformats-package.relationships+xml"/>
  <Override PartName="/ppt/slideMasters/_rels/slideMaster6.xml.rels" ContentType="application/vnd.openxmlformats-package.relationships+xml"/>
  <Override PartName="/ppt/slideMasters/_rels/slideMaster45.xml.rels" ContentType="application/vnd.openxmlformats-package.relationships+xml"/>
  <Override PartName="/ppt/slideMasters/_rels/slideMaster24.xml.rels" ContentType="application/vnd.openxmlformats-package.relationships+xml"/>
  <Override PartName="/ppt/slideMasters/_rels/slideMaster7.xml.rels" ContentType="application/vnd.openxmlformats-package.relationships+xml"/>
  <Override PartName="/ppt/slideMasters/_rels/slideMaster46.xml.rels" ContentType="application/vnd.openxmlformats-package.relationships+xml"/>
  <Override PartName="/ppt/slideMasters/_rels/slideMaster25.xml.rels" ContentType="application/vnd.openxmlformats-package.relationships+xml"/>
  <Override PartName="/ppt/slideMasters/_rels/slideMaster8.xml.rels" ContentType="application/vnd.openxmlformats-package.relationships+xml"/>
  <Override PartName="/ppt/slideMasters/_rels/slideMaster47.xml.rels" ContentType="application/vnd.openxmlformats-package.relationships+xml"/>
  <Override PartName="/ppt/slideMasters/_rels/slideMaster26.xml.rels" ContentType="application/vnd.openxmlformats-package.relationships+xml"/>
  <Override PartName="/ppt/slideMasters/_rels/slideMaster9.xml.rels" ContentType="application/vnd.openxmlformats-package.relationships+xml"/>
  <Override PartName="/ppt/slideMasters/_rels/slideMaster48.xml.rels" ContentType="application/vnd.openxmlformats-package.relationships+xml"/>
  <Override PartName="/ppt/slideMasters/_rels/slideMaster10.xml.rels" ContentType="application/vnd.openxmlformats-package.relationships+xml"/>
  <Override PartName="/ppt/slideMasters/_rels/slideMaster11.xml.rels" ContentType="application/vnd.openxmlformats-package.relationships+xml"/>
  <Override PartName="/ppt/slideMasters/_rels/slideMaster12.xml.rels" ContentType="application/vnd.openxmlformats-package.relationships+xml"/>
  <Override PartName="/ppt/slideMasters/_rels/slideMaster13.xml.rels" ContentType="application/vnd.openxmlformats-package.relationships+xml"/>
  <Override PartName="/ppt/slideMasters/_rels/slideMaster14.xml.rels" ContentType="application/vnd.openxmlformats-package.relationships+xml"/>
  <Override PartName="/ppt/slideMasters/_rels/slideMaster15.xml.rels" ContentType="application/vnd.openxmlformats-package.relationships+xml"/>
  <Override PartName="/ppt/slideMasters/_rels/slideMaster16.xml.rels" ContentType="application/vnd.openxmlformats-package.relationships+xml"/>
  <Override PartName="/ppt/slideMasters/_rels/slideMaster17.xml.rels" ContentType="application/vnd.openxmlformats-package.relationships+xml"/>
  <Override PartName="/ppt/slideMasters/_rels/slideMaster18.xml.rels" ContentType="application/vnd.openxmlformats-package.relationships+xml"/>
  <Override PartName="/ppt/slideMasters/_rels/slideMaster19.xml.rels" ContentType="application/vnd.openxmlformats-package.relationships+xml"/>
  <Override PartName="/ppt/slideMasters/_rels/slideMaster27.xml.rels" ContentType="application/vnd.openxmlformats-package.relationships+xml"/>
  <Override PartName="/ppt/slideMasters/_rels/slideMaster28.xml.rels" ContentType="application/vnd.openxmlformats-package.relationships+xml"/>
  <Override PartName="/ppt/slideMasters/_rels/slideMaster29.xml.rels" ContentType="application/vnd.openxmlformats-package.relationships+xml"/>
  <Override PartName="/ppt/slideMasters/_rels/slideMaster30.xml.rels" ContentType="application/vnd.openxmlformats-package.relationships+xml"/>
  <Override PartName="/ppt/slideMasters/_rels/slideMaster31.xml.rels" ContentType="application/vnd.openxmlformats-package.relationships+xml"/>
  <Override PartName="/ppt/slideMasters/_rels/slideMaster32.xml.rels" ContentType="application/vnd.openxmlformats-package.relationships+xml"/>
  <Override PartName="/ppt/slideMasters/_rels/slideMaster33.xml.rels" ContentType="application/vnd.openxmlformats-package.relationships+xml"/>
  <Override PartName="/ppt/slideMasters/_rels/slideMaster34.xml.rels" ContentType="application/vnd.openxmlformats-package.relationships+xml"/>
  <Override PartName="/ppt/slideMasters/_rels/slideMaster35.xml.rels" ContentType="application/vnd.openxmlformats-package.relationships+xml"/>
  <Override PartName="/ppt/slideMasters/_rels/slideMaster36.xml.rels" ContentType="application/vnd.openxmlformats-package.relationships+xml"/>
  <Override PartName="/ppt/slideMasters/_rels/slideMaster37.xml.rels" ContentType="application/vnd.openxmlformats-package.relationships+xml"/>
  <Override PartName="/ppt/slideMasters/_rels/slideMaster38.xml.rels" ContentType="application/vnd.openxmlformats-package.relationships+xml"/>
  <Override PartName="/ppt/slideMasters/_rels/slideMaster39.xml.rels" ContentType="application/vnd.openxmlformats-package.relationships+xml"/>
  <Override PartName="/ppt/slideMasters/_rels/slideMaster49.xml.rels" ContentType="application/vnd.openxmlformats-package.relationships+xml"/>
  <Override PartName="/ppt/slideMasters/slideMaster49.xml" ContentType="application/vnd.openxmlformats-officedocument.presentationml.slideMaster+xml"/>
  <Override PartName="/ppt/theme/theme26.xml" ContentType="application/vnd.openxmlformats-officedocument.theme+xml"/>
  <Override PartName="/ppt/theme/theme1.xml" ContentType="application/vnd.openxmlformats-officedocument.theme+xml"/>
  <Override PartName="/ppt/theme/theme27.xml" ContentType="application/vnd.openxmlformats-officedocument.theme+xml"/>
  <Override PartName="/ppt/theme/theme2.xml" ContentType="application/vnd.openxmlformats-officedocument.theme+xml"/>
  <Override PartName="/ppt/theme/theme28.xml" ContentType="application/vnd.openxmlformats-officedocument.theme+xml"/>
  <Override PartName="/ppt/theme/theme3.xml" ContentType="application/vnd.openxmlformats-officedocument.theme+xml"/>
  <Override PartName="/ppt/theme/theme29.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40.xml" ContentType="application/vnd.openxmlformats-officedocument.theme+xml"/>
  <Override PartName="/ppt/theme/theme6.xml" ContentType="application/vnd.openxmlformats-officedocument.theme+xml"/>
  <Override PartName="/ppt/theme/theme41.xml" ContentType="application/vnd.openxmlformats-officedocument.theme+xml"/>
  <Override PartName="/ppt/theme/theme7.xml" ContentType="application/vnd.openxmlformats-officedocument.theme+xml"/>
  <Override PartName="/ppt/theme/theme42.xml" ContentType="application/vnd.openxmlformats-officedocument.theme+xml"/>
  <Override PartName="/ppt/theme/theme8.xml" ContentType="application/vnd.openxmlformats-officedocument.theme+xml"/>
  <Override PartName="/ppt/theme/theme43.xml" ContentType="application/vnd.openxmlformats-officedocument.theme+xml"/>
  <Override PartName="/ppt/theme/theme9.xml" ContentType="application/vnd.openxmlformats-officedocument.theme+xml"/>
  <Override PartName="/ppt/theme/theme44.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30.xml" ContentType="application/vnd.openxmlformats-officedocument.theme+xml"/>
  <Override PartName="/ppt/theme/theme31.xml" ContentType="application/vnd.openxmlformats-officedocument.theme+xml"/>
  <Override PartName="/ppt/theme/theme32.xml" ContentType="application/vnd.openxmlformats-officedocument.theme+xml"/>
  <Override PartName="/ppt/theme/theme33.xml" ContentType="application/vnd.openxmlformats-officedocument.theme+xml"/>
  <Override PartName="/ppt/theme/theme34.xml" ContentType="application/vnd.openxmlformats-officedocument.theme+xml"/>
  <Override PartName="/ppt/theme/theme35.xml" ContentType="application/vnd.openxmlformats-officedocument.theme+xml"/>
  <Override PartName="/ppt/theme/theme36.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39.xml" ContentType="application/vnd.openxmlformats-officedocument.theme+xml"/>
  <Override PartName="/ppt/theme/theme45.xml" ContentType="application/vnd.openxmlformats-officedocument.theme+xml"/>
  <Override PartName="/ppt/theme/theme46.xml" ContentType="application/vnd.openxmlformats-officedocument.theme+xml"/>
  <Override PartName="/ppt/theme/theme47.xml" ContentType="application/vnd.openxmlformats-officedocument.theme+xml"/>
  <Override PartName="/ppt/theme/theme48.xml" ContentType="application/vnd.openxmlformats-officedocument.theme+xml"/>
  <Override PartName="/ppt/theme/theme49.xml" ContentType="application/vnd.openxmlformats-officedocument.theme+xml"/>
  <Override PartName="/ppt/media/image1.jpeg" ContentType="image/jpeg"/>
  <Override PartName="/ppt/media/image2.png" ContentType="image/png"/>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32.xml" ContentType="application/vnd.openxmlformats-officedocument.presentationml.slideLayout+xml"/>
  <Override PartName="/ppt/slideLayouts/slideLayout2.xml" ContentType="application/vnd.openxmlformats-officedocument.presentationml.slideLayout+xml"/>
  <Override PartName="/ppt/slideLayouts/slideLayout33.xml" ContentType="application/vnd.openxmlformats-officedocument.presentationml.slideLayout+xml"/>
  <Override PartName="/ppt/slideLayouts/slideLayout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5.xml" ContentType="application/vnd.openxmlformats-officedocument.presentationml.slideLayout+xml"/>
  <Override PartName="/ppt/slideLayouts/slideLayout6.xml" ContentType="application/vnd.openxmlformats-officedocument.presentationml.slideLayout+xml"/>
  <Override PartName="/ppt/slideLayouts/slideLayout36.xml" ContentType="application/vnd.openxmlformats-officedocument.presentationml.slideLayout+xml"/>
  <Override PartName="/ppt/slideLayouts/slideLayout7.xml" ContentType="application/vnd.openxmlformats-officedocument.presentationml.slideLayout+xml"/>
  <Override PartName="/ppt/slideLayouts/slideLayout37.xml" ContentType="application/vnd.openxmlformats-officedocument.presentationml.slideLayout+xml"/>
  <Override PartName="/ppt/slideLayouts/slideLayout8.xml" ContentType="application/vnd.openxmlformats-officedocument.presentationml.slideLayout+xml"/>
  <Override PartName="/ppt/slideLayouts/slideLayout38.xml" ContentType="application/vnd.openxmlformats-officedocument.presentationml.slideLayout+xml"/>
  <Override PartName="/ppt/slideLayouts/slideLayout9.xml" ContentType="application/vnd.openxmlformats-officedocument.presentationml.slideLayout+xml"/>
  <Override PartName="/ppt/slideLayouts/slideLayout3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_rels/slideLayout31.xml.rels" ContentType="application/vnd.openxmlformats-package.relationships+xml"/>
  <Override PartName="/ppt/slideLayouts/_rels/slideLayout1.xml.rels" ContentType="application/vnd.openxmlformats-package.relationships+xml"/>
  <Override PartName="/ppt/slideLayouts/_rels/slideLayout32.xml.rels" ContentType="application/vnd.openxmlformats-package.relationships+xml"/>
  <Override PartName="/ppt/slideLayouts/_rels/slideLayout2.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5.xml.rels" ContentType="application/vnd.openxmlformats-package.relationships+xml"/>
  <Override PartName="/ppt/slideLayouts/_rels/slideLayout5.xml.rels" ContentType="application/vnd.openxmlformats-package.relationships+xml"/>
  <Override PartName="/ppt/slideLayouts/_rels/slideLayout36.xml.rels" ContentType="application/vnd.openxmlformats-package.relationships+xml"/>
  <Override PartName="/ppt/slideLayouts/_rels/slideLayout6.xml.rels" ContentType="application/vnd.openxmlformats-package.relationships+xml"/>
  <Override PartName="/ppt/slideLayouts/_rels/slideLayout37.xml.rels" ContentType="application/vnd.openxmlformats-package.relationships+xml"/>
  <Override PartName="/ppt/slideLayouts/_rels/slideLayout7.xml.rels" ContentType="application/vnd.openxmlformats-package.relationships+xml"/>
  <Override PartName="/ppt/slideLayouts/_rels/slideLayout38.xml.rels" ContentType="application/vnd.openxmlformats-package.relationships+xml"/>
  <Override PartName="/ppt/slideLayouts/_rels/slideLayout8.xml.rels" ContentType="application/vnd.openxmlformats-package.relationships+xml"/>
  <Override PartName="/ppt/slideLayouts/_rels/slideLayout39.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27.xml.rels" ContentType="application/vnd.openxmlformats-package.relationships+xml"/>
  <Override PartName="/ppt/slideLayouts/_rels/slideLayout28.xml.rels" ContentType="application/vnd.openxmlformats-package.relationships+xml"/>
  <Override PartName="/ppt/slideLayouts/_rels/slideLayout29.xml.rels" ContentType="application/vnd.openxmlformats-package.relationships+xml"/>
  <Override PartName="/ppt/slideLayouts/_rels/slideLayout30.xml.rels" ContentType="application/vnd.openxmlformats-package.relationships+xml"/>
  <Override PartName="/ppt/slideLayouts/_rels/slideLayout40.xml.rels" ContentType="application/vnd.openxmlformats-package.relationships+xml"/>
  <Override PartName="/ppt/slideLayouts/_rels/slideLayout41.xml.rels" ContentType="application/vnd.openxmlformats-package.relationships+xml"/>
  <Override PartName="/ppt/slideLayouts/_rels/slideLayout42.xml.rels" ContentType="application/vnd.openxmlformats-package.relationships+xml"/>
  <Override PartName="/ppt/slideLayouts/_rels/slideLayout43.xml.rels" ContentType="application/vnd.openxmlformats-package.relationships+xml"/>
  <Override PartName="/ppt/slideLayouts/_rels/slideLayout44.xml.rels" ContentType="application/vnd.openxmlformats-package.relationships+xml"/>
  <Override PartName="/ppt/slideLayouts/_rels/slideLayout45.xml.rels" ContentType="application/vnd.openxmlformats-package.relationships+xml"/>
  <Override PartName="/ppt/slideLayouts/_rels/slideLayout46.xml.rels" ContentType="application/vnd.openxmlformats-package.relationships+xml"/>
  <Override PartName="/ppt/slideLayouts/_rels/slideLayout47.xml.rels" ContentType="application/vnd.openxmlformats-package.relationships+xml"/>
  <Override PartName="/ppt/slideLayouts/_rels/slideLayout48.xml.rels" ContentType="application/vnd.openxmlformats-package.relationships+xml"/>
  <Override PartName="/ppt/slideLayouts/_rels/slideLayout49.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38.xml.rels" ContentType="application/vnd.openxmlformats-package.relationships+xml"/>
  <Override PartName="/ppt/slides/_rels/slide5.xml.rels" ContentType="application/vnd.openxmlformats-package.relationships+xml"/>
  <Override PartName="/ppt/slides/_rels/slide39.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45.xml.rels" ContentType="application/vnd.openxmlformats-package.relationships+xml"/>
  <Override PartName="/ppt/slides/_rels/slide46.xml.rels" ContentType="application/vnd.openxmlformats-package.relationships+xml"/>
  <Override PartName="/ppt/slides/_rels/slide47.xml.rels" ContentType="application/vnd.openxmlformats-package.relationship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 id="2147483698" r:id="rId27"/>
    <p:sldMasterId id="2147483700" r:id="rId28"/>
    <p:sldMasterId id="2147483702" r:id="rId29"/>
    <p:sldMasterId id="2147483704" r:id="rId30"/>
    <p:sldMasterId id="2147483706" r:id="rId31"/>
    <p:sldMasterId id="2147483708" r:id="rId32"/>
    <p:sldMasterId id="2147483710" r:id="rId33"/>
    <p:sldMasterId id="2147483712" r:id="rId34"/>
    <p:sldMasterId id="2147483714" r:id="rId35"/>
    <p:sldMasterId id="2147483716" r:id="rId36"/>
    <p:sldMasterId id="2147483718" r:id="rId37"/>
    <p:sldMasterId id="2147483720" r:id="rId38"/>
    <p:sldMasterId id="2147483722" r:id="rId39"/>
    <p:sldMasterId id="2147483724" r:id="rId40"/>
    <p:sldMasterId id="2147483726" r:id="rId41"/>
    <p:sldMasterId id="2147483728" r:id="rId42"/>
    <p:sldMasterId id="2147483730" r:id="rId43"/>
    <p:sldMasterId id="2147483732" r:id="rId44"/>
    <p:sldMasterId id="2147483734" r:id="rId45"/>
    <p:sldMasterId id="2147483736" r:id="rId46"/>
    <p:sldMasterId id="2147483738" r:id="rId47"/>
    <p:sldMasterId id="2147483740" r:id="rId48"/>
    <p:sldMasterId id="2147483742" r:id="rId49"/>
    <p:sldMasterId id="2147483744" r:id="rId50"/>
  </p:sldMasterIdLst>
  <p:sldIdLst>
    <p:sldId id="256" r:id="rId51"/>
    <p:sldId id="257" r:id="rId52"/>
    <p:sldId id="258" r:id="rId53"/>
    <p:sldId id="259" r:id="rId54"/>
    <p:sldId id="260" r:id="rId55"/>
    <p:sldId id="261" r:id="rId56"/>
    <p:sldId id="262" r:id="rId57"/>
    <p:sldId id="263" r:id="rId58"/>
    <p:sldId id="264" r:id="rId59"/>
    <p:sldId id="265" r:id="rId60"/>
    <p:sldId id="266" r:id="rId61"/>
    <p:sldId id="267" r:id="rId62"/>
    <p:sldId id="268" r:id="rId63"/>
    <p:sldId id="269" r:id="rId64"/>
    <p:sldId id="270" r:id="rId65"/>
    <p:sldId id="271" r:id="rId66"/>
    <p:sldId id="272" r:id="rId67"/>
    <p:sldId id="273" r:id="rId68"/>
    <p:sldId id="274" r:id="rId69"/>
    <p:sldId id="275" r:id="rId70"/>
    <p:sldId id="276" r:id="rId71"/>
    <p:sldId id="277" r:id="rId72"/>
    <p:sldId id="278" r:id="rId73"/>
    <p:sldId id="279" r:id="rId74"/>
    <p:sldId id="280" r:id="rId75"/>
    <p:sldId id="281" r:id="rId76"/>
    <p:sldId id="282" r:id="rId77"/>
    <p:sldId id="283" r:id="rId78"/>
    <p:sldId id="284" r:id="rId79"/>
    <p:sldId id="285" r:id="rId80"/>
    <p:sldId id="286" r:id="rId81"/>
    <p:sldId id="287" r:id="rId82"/>
    <p:sldId id="288" r:id="rId83"/>
    <p:sldId id="289" r:id="rId84"/>
    <p:sldId id="290" r:id="rId85"/>
    <p:sldId id="291" r:id="rId86"/>
    <p:sldId id="292" r:id="rId87"/>
    <p:sldId id="293" r:id="rId88"/>
    <p:sldId id="294" r:id="rId89"/>
    <p:sldId id="295" r:id="rId90"/>
    <p:sldId id="296" r:id="rId91"/>
    <p:sldId id="297" r:id="rId92"/>
    <p:sldId id="298" r:id="rId93"/>
    <p:sldId id="299" r:id="rId94"/>
    <p:sldId id="300" r:id="rId95"/>
    <p:sldId id="301" r:id="rId96"/>
    <p:sldId id="302" r:id="rId97"/>
  </p:sldIdLst>
  <p:sldSz cx="9144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Master" Target="slideMasters/slideMaster26.xml"/><Relationship Id="rId28" Type="http://schemas.openxmlformats.org/officeDocument/2006/relationships/slideMaster" Target="slideMasters/slideMaster27.xml"/><Relationship Id="rId29" Type="http://schemas.openxmlformats.org/officeDocument/2006/relationships/slideMaster" Target="slideMasters/slideMaster28.xml"/><Relationship Id="rId30" Type="http://schemas.openxmlformats.org/officeDocument/2006/relationships/slideMaster" Target="slideMasters/slideMaster29.xml"/><Relationship Id="rId31" Type="http://schemas.openxmlformats.org/officeDocument/2006/relationships/slideMaster" Target="slideMasters/slideMaster30.xml"/><Relationship Id="rId32" Type="http://schemas.openxmlformats.org/officeDocument/2006/relationships/slideMaster" Target="slideMasters/slideMaster31.xml"/><Relationship Id="rId33" Type="http://schemas.openxmlformats.org/officeDocument/2006/relationships/slideMaster" Target="slideMasters/slideMaster32.xml"/><Relationship Id="rId34" Type="http://schemas.openxmlformats.org/officeDocument/2006/relationships/slideMaster" Target="slideMasters/slideMaster33.xml"/><Relationship Id="rId35" Type="http://schemas.openxmlformats.org/officeDocument/2006/relationships/slideMaster" Target="slideMasters/slideMaster34.xml"/><Relationship Id="rId36" Type="http://schemas.openxmlformats.org/officeDocument/2006/relationships/slideMaster" Target="slideMasters/slideMaster35.xml"/><Relationship Id="rId37" Type="http://schemas.openxmlformats.org/officeDocument/2006/relationships/slideMaster" Target="slideMasters/slideMaster36.xml"/><Relationship Id="rId38" Type="http://schemas.openxmlformats.org/officeDocument/2006/relationships/slideMaster" Target="slideMasters/slideMaster37.xml"/><Relationship Id="rId39" Type="http://schemas.openxmlformats.org/officeDocument/2006/relationships/slideMaster" Target="slideMasters/slideMaster38.xml"/><Relationship Id="rId40" Type="http://schemas.openxmlformats.org/officeDocument/2006/relationships/slideMaster" Target="slideMasters/slideMaster39.xml"/><Relationship Id="rId41" Type="http://schemas.openxmlformats.org/officeDocument/2006/relationships/slideMaster" Target="slideMasters/slideMaster40.xml"/><Relationship Id="rId42" Type="http://schemas.openxmlformats.org/officeDocument/2006/relationships/slideMaster" Target="slideMasters/slideMaster41.xml"/><Relationship Id="rId43" Type="http://schemas.openxmlformats.org/officeDocument/2006/relationships/slideMaster" Target="slideMasters/slideMaster42.xml"/><Relationship Id="rId44" Type="http://schemas.openxmlformats.org/officeDocument/2006/relationships/slideMaster" Target="slideMasters/slideMaster43.xml"/><Relationship Id="rId45" Type="http://schemas.openxmlformats.org/officeDocument/2006/relationships/slideMaster" Target="slideMasters/slideMaster44.xml"/><Relationship Id="rId46" Type="http://schemas.openxmlformats.org/officeDocument/2006/relationships/slideMaster" Target="slideMasters/slideMaster45.xml"/><Relationship Id="rId47" Type="http://schemas.openxmlformats.org/officeDocument/2006/relationships/slideMaster" Target="slideMasters/slideMaster46.xml"/><Relationship Id="rId48" Type="http://schemas.openxmlformats.org/officeDocument/2006/relationships/slideMaster" Target="slideMasters/slideMaster47.xml"/><Relationship Id="rId49" Type="http://schemas.openxmlformats.org/officeDocument/2006/relationships/slideMaster" Target="slideMasters/slideMaster48.xml"/><Relationship Id="rId50" Type="http://schemas.openxmlformats.org/officeDocument/2006/relationships/slideMaster" Target="slideMasters/slideMaster49.xml"/><Relationship Id="rId51" Type="http://schemas.openxmlformats.org/officeDocument/2006/relationships/slide" Target="slides/slide1.xml"/><Relationship Id="rId52" Type="http://schemas.openxmlformats.org/officeDocument/2006/relationships/slide" Target="slides/slide2.xml"/><Relationship Id="rId53" Type="http://schemas.openxmlformats.org/officeDocument/2006/relationships/slide" Target="slides/slide3.xml"/><Relationship Id="rId54" Type="http://schemas.openxmlformats.org/officeDocument/2006/relationships/slide" Target="slides/slide4.xml"/><Relationship Id="rId55" Type="http://schemas.openxmlformats.org/officeDocument/2006/relationships/slide" Target="slides/slide5.xml"/><Relationship Id="rId56" Type="http://schemas.openxmlformats.org/officeDocument/2006/relationships/slide" Target="slides/slide6.xml"/><Relationship Id="rId57" Type="http://schemas.openxmlformats.org/officeDocument/2006/relationships/slide" Target="slides/slide7.xml"/><Relationship Id="rId58" Type="http://schemas.openxmlformats.org/officeDocument/2006/relationships/slide" Target="slides/slide8.xml"/><Relationship Id="rId59" Type="http://schemas.openxmlformats.org/officeDocument/2006/relationships/slide" Target="slides/slide9.xml"/><Relationship Id="rId60" Type="http://schemas.openxmlformats.org/officeDocument/2006/relationships/slide" Target="slides/slide10.xml"/><Relationship Id="rId61" Type="http://schemas.openxmlformats.org/officeDocument/2006/relationships/slide" Target="slides/slide11.xml"/><Relationship Id="rId62" Type="http://schemas.openxmlformats.org/officeDocument/2006/relationships/slide" Target="slides/slide12.xml"/><Relationship Id="rId63" Type="http://schemas.openxmlformats.org/officeDocument/2006/relationships/slide" Target="slides/slide13.xml"/><Relationship Id="rId64" Type="http://schemas.openxmlformats.org/officeDocument/2006/relationships/slide" Target="slides/slide14.xml"/><Relationship Id="rId65" Type="http://schemas.openxmlformats.org/officeDocument/2006/relationships/slide" Target="slides/slide15.xml"/><Relationship Id="rId66" Type="http://schemas.openxmlformats.org/officeDocument/2006/relationships/slide" Target="slides/slide16.xml"/><Relationship Id="rId67" Type="http://schemas.openxmlformats.org/officeDocument/2006/relationships/slide" Target="slides/slide17.xml"/><Relationship Id="rId68" Type="http://schemas.openxmlformats.org/officeDocument/2006/relationships/slide" Target="slides/slide18.xml"/><Relationship Id="rId69" Type="http://schemas.openxmlformats.org/officeDocument/2006/relationships/slide" Target="slides/slide19.xml"/><Relationship Id="rId70" Type="http://schemas.openxmlformats.org/officeDocument/2006/relationships/slide" Target="slides/slide20.xml"/><Relationship Id="rId71" Type="http://schemas.openxmlformats.org/officeDocument/2006/relationships/slide" Target="slides/slide21.xml"/><Relationship Id="rId72" Type="http://schemas.openxmlformats.org/officeDocument/2006/relationships/slide" Target="slides/slide22.xml"/><Relationship Id="rId73" Type="http://schemas.openxmlformats.org/officeDocument/2006/relationships/slide" Target="slides/slide23.xml"/><Relationship Id="rId74" Type="http://schemas.openxmlformats.org/officeDocument/2006/relationships/slide" Target="slides/slide24.xml"/><Relationship Id="rId75" Type="http://schemas.openxmlformats.org/officeDocument/2006/relationships/slide" Target="slides/slide25.xml"/><Relationship Id="rId76" Type="http://schemas.openxmlformats.org/officeDocument/2006/relationships/slide" Target="slides/slide26.xml"/><Relationship Id="rId77" Type="http://schemas.openxmlformats.org/officeDocument/2006/relationships/slide" Target="slides/slide27.xml"/><Relationship Id="rId78" Type="http://schemas.openxmlformats.org/officeDocument/2006/relationships/slide" Target="slides/slide28.xml"/><Relationship Id="rId79" Type="http://schemas.openxmlformats.org/officeDocument/2006/relationships/slide" Target="slides/slide29.xml"/><Relationship Id="rId80" Type="http://schemas.openxmlformats.org/officeDocument/2006/relationships/slide" Target="slides/slide30.xml"/><Relationship Id="rId81" Type="http://schemas.openxmlformats.org/officeDocument/2006/relationships/slide" Target="slides/slide31.xml"/><Relationship Id="rId82" Type="http://schemas.openxmlformats.org/officeDocument/2006/relationships/slide" Target="slides/slide32.xml"/><Relationship Id="rId83" Type="http://schemas.openxmlformats.org/officeDocument/2006/relationships/slide" Target="slides/slide33.xml"/><Relationship Id="rId84" Type="http://schemas.openxmlformats.org/officeDocument/2006/relationships/slide" Target="slides/slide34.xml"/><Relationship Id="rId85" Type="http://schemas.openxmlformats.org/officeDocument/2006/relationships/slide" Target="slides/slide35.xml"/><Relationship Id="rId86" Type="http://schemas.openxmlformats.org/officeDocument/2006/relationships/slide" Target="slides/slide36.xml"/><Relationship Id="rId87" Type="http://schemas.openxmlformats.org/officeDocument/2006/relationships/slide" Target="slides/slide37.xml"/><Relationship Id="rId88" Type="http://schemas.openxmlformats.org/officeDocument/2006/relationships/slide" Target="slides/slide38.xml"/><Relationship Id="rId89" Type="http://schemas.openxmlformats.org/officeDocument/2006/relationships/slide" Target="slides/slide39.xml"/><Relationship Id="rId90" Type="http://schemas.openxmlformats.org/officeDocument/2006/relationships/slide" Target="slides/slide40.xml"/><Relationship Id="rId91" Type="http://schemas.openxmlformats.org/officeDocument/2006/relationships/slide" Target="slides/slide41.xml"/><Relationship Id="rId92" Type="http://schemas.openxmlformats.org/officeDocument/2006/relationships/slide" Target="slides/slide42.xml"/><Relationship Id="rId93" Type="http://schemas.openxmlformats.org/officeDocument/2006/relationships/slide" Target="slides/slide43.xml"/><Relationship Id="rId94" Type="http://schemas.openxmlformats.org/officeDocument/2006/relationships/slide" Target="slides/slide44.xml"/><Relationship Id="rId95" Type="http://schemas.openxmlformats.org/officeDocument/2006/relationships/slide" Target="slides/slide45.xml"/><Relationship Id="rId96" Type="http://schemas.openxmlformats.org/officeDocument/2006/relationships/slide" Target="slides/slide46.xml"/><Relationship Id="rId97" Type="http://schemas.openxmlformats.org/officeDocument/2006/relationships/slide" Target="slides/slide47.xml"/><Relationship Id="rId9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6.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7.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8.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9.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0.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1.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2.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4.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5.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6.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37.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38.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39.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0.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1.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2.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3.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5.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6.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7.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8.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4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1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6"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7"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33"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3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35"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51"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52"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53"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68"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69"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86"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87"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88"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89"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125"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139"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154"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55"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entered Text">
    <p:spTree>
      <p:nvGrpSpPr>
        <p:cNvPr id="1" name=""/>
        <p:cNvGrpSpPr/>
        <p:nvPr/>
      </p:nvGrpSpPr>
      <p:grpSpPr>
        <a:xfrm>
          <a:off x="0" y="0"/>
          <a:ext cx="0" cy="0"/>
          <a:chOff x="0" y="0"/>
          <a:chExt cx="0" cy="0"/>
        </a:xfrm>
      </p:grpSpPr>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Standard">
    <p:spTree>
      <p:nvGrpSpPr>
        <p:cNvPr id="1" name=""/>
        <p:cNvGrpSpPr/>
        <p:nvPr/>
      </p:nvGrpSpPr>
      <p:grpSpPr>
        <a:xfrm>
          <a:off x="0" y="0"/>
          <a:ext cx="0" cy="0"/>
          <a:chOff x="0" y="0"/>
          <a:chExt cx="0" cy="0"/>
        </a:xfrm>
      </p:grpSpPr>
      <p:sp>
        <p:nvSpPr>
          <p:cNvPr id="18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187"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88"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89"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Standard 1">
    <p:spTree>
      <p:nvGrpSpPr>
        <p:cNvPr id="1" name=""/>
        <p:cNvGrpSpPr/>
        <p:nvPr/>
      </p:nvGrpSpPr>
      <p:grpSpPr>
        <a:xfrm>
          <a:off x="0" y="0"/>
          <a:ext cx="0" cy="0"/>
          <a:chOff x="0" y="0"/>
          <a:chExt cx="0" cy="0"/>
        </a:xfrm>
      </p:grpSpPr>
      <p:sp>
        <p:nvSpPr>
          <p:cNvPr id="19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199"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20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201"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Standard 2">
    <p:spTree>
      <p:nvGrpSpPr>
        <p:cNvPr id="1" name=""/>
        <p:cNvGrpSpPr/>
        <p:nvPr/>
      </p:nvGrpSpPr>
      <p:grpSpPr>
        <a:xfrm>
          <a:off x="0" y="0"/>
          <a:ext cx="0" cy="0"/>
          <a:chOff x="0" y="0"/>
          <a:chExt cx="0" cy="0"/>
        </a:xfrm>
      </p:grpSpPr>
      <p:sp>
        <p:nvSpPr>
          <p:cNvPr id="20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210"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211"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Standard 3">
    <p:spTree>
      <p:nvGrpSpPr>
        <p:cNvPr id="1" name=""/>
        <p:cNvGrpSpPr/>
        <p:nvPr/>
      </p:nvGrpSpPr>
      <p:grpSpPr>
        <a:xfrm>
          <a:off x="0" y="0"/>
          <a:ext cx="0" cy="0"/>
          <a:chOff x="0" y="0"/>
          <a:chExt cx="0" cy="0"/>
        </a:xfrm>
      </p:grpSpPr>
      <p:sp>
        <p:nvSpPr>
          <p:cNvPr id="22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222"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223"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224"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225"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tandard 4">
    <p:spTree>
      <p:nvGrpSpPr>
        <p:cNvPr id="1" name=""/>
        <p:cNvGrpSpPr/>
        <p:nvPr/>
      </p:nvGrpSpPr>
      <p:grpSpPr>
        <a:xfrm>
          <a:off x="0" y="0"/>
          <a:ext cx="0" cy="0"/>
          <a:chOff x="0" y="0"/>
          <a:chExt cx="0" cy="0"/>
        </a:xfrm>
      </p:grpSpPr>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tandard 5">
    <p:spTree>
      <p:nvGrpSpPr>
        <p:cNvPr id="1" name=""/>
        <p:cNvGrpSpPr/>
        <p:nvPr/>
      </p:nvGrpSpPr>
      <p:grpSpPr>
        <a:xfrm>
          <a:off x="0" y="0"/>
          <a:ext cx="0" cy="0"/>
          <a:chOff x="0" y="0"/>
          <a:chExt cx="0" cy="0"/>
        </a:xfrm>
      </p:grpSpPr>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Standard 6">
    <p:spTree>
      <p:nvGrpSpPr>
        <p:cNvPr id="1" name=""/>
        <p:cNvGrpSpPr/>
        <p:nvPr/>
      </p:nvGrpSpPr>
      <p:grpSpPr>
        <a:xfrm>
          <a:off x="0" y="0"/>
          <a:ext cx="0" cy="0"/>
          <a:chOff x="0" y="0"/>
          <a:chExt cx="0" cy="0"/>
        </a:xfrm>
      </p:grpSpPr>
      <p:sp>
        <p:nvSpPr>
          <p:cNvPr id="24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243"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Standard 7">
    <p:spTree>
      <p:nvGrpSpPr>
        <p:cNvPr id="1" name=""/>
        <p:cNvGrpSpPr/>
        <p:nvPr/>
      </p:nvGrpSpPr>
      <p:grpSpPr>
        <a:xfrm>
          <a:off x="0" y="0"/>
          <a:ext cx="0" cy="0"/>
          <a:chOff x="0" y="0"/>
          <a:chExt cx="0" cy="0"/>
        </a:xfrm>
      </p:grpSpPr>
      <p:sp>
        <p:nvSpPr>
          <p:cNvPr id="25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251"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Standard 8">
    <p:spTree>
      <p:nvGrpSpPr>
        <p:cNvPr id="1" name=""/>
        <p:cNvGrpSpPr/>
        <p:nvPr/>
      </p:nvGrpSpPr>
      <p:grpSpPr>
        <a:xfrm>
          <a:off x="0" y="0"/>
          <a:ext cx="0" cy="0"/>
          <a:chOff x="0" y="0"/>
          <a:chExt cx="0" cy="0"/>
        </a:xfrm>
      </p:grpSpPr>
      <p:sp>
        <p:nvSpPr>
          <p:cNvPr id="25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260"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261"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Standard 9">
    <p:spTree>
      <p:nvGrpSpPr>
        <p:cNvPr id="1" name=""/>
        <p:cNvGrpSpPr/>
        <p:nvPr/>
      </p:nvGrpSpPr>
      <p:grpSpPr>
        <a:xfrm>
          <a:off x="0" y="0"/>
          <a:ext cx="0" cy="0"/>
          <a:chOff x="0" y="0"/>
          <a:chExt cx="0" cy="0"/>
        </a:xfrm>
      </p:grpSpPr>
      <p:sp>
        <p:nvSpPr>
          <p:cNvPr id="26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tandard 10">
    <p:spTree>
      <p:nvGrpSpPr>
        <p:cNvPr id="1" name=""/>
        <p:cNvGrpSpPr/>
        <p:nvPr/>
      </p:nvGrpSpPr>
      <p:grpSpPr>
        <a:xfrm>
          <a:off x="0" y="0"/>
          <a:ext cx="0" cy="0"/>
          <a:chOff x="0" y="0"/>
          <a:chExt cx="0" cy="0"/>
        </a:xfrm>
      </p:grpSpPr>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Standard 11">
    <p:spTree>
      <p:nvGrpSpPr>
        <p:cNvPr id="1" name=""/>
        <p:cNvGrpSpPr/>
        <p:nvPr/>
      </p:nvGrpSpPr>
      <p:grpSpPr>
        <a:xfrm>
          <a:off x="0" y="0"/>
          <a:ext cx="0" cy="0"/>
          <a:chOff x="0" y="0"/>
          <a:chExt cx="0" cy="0"/>
        </a:xfrm>
      </p:grpSpPr>
      <p:sp>
        <p:nvSpPr>
          <p:cNvPr id="28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281"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282"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283"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Standard 12">
    <p:spTree>
      <p:nvGrpSpPr>
        <p:cNvPr id="1" name=""/>
        <p:cNvGrpSpPr/>
        <p:nvPr/>
      </p:nvGrpSpPr>
      <p:grpSpPr>
        <a:xfrm>
          <a:off x="0" y="0"/>
          <a:ext cx="0" cy="0"/>
          <a:chOff x="0" y="0"/>
          <a:chExt cx="0" cy="0"/>
        </a:xfrm>
      </p:grpSpPr>
      <p:sp>
        <p:nvSpPr>
          <p:cNvPr id="29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292"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293"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294"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A4F063D0-2B44-47BA-9E75-F95ABC0DF18D}" type="slidenum">
              <a:t>&lt;#&gt;</a:t>
            </a:fld>
          </a:p>
        </p:txBody>
      </p:sp>
      <p:sp>
        <p:nvSpPr>
          <p:cNvPr id="8" name="PlaceHolder 7"/>
          <p:cNvSpPr>
            <a:spLocks noGrp="1"/>
          </p:cNvSpPr>
          <p:nvPr>
            <p:ph type="dt" idx="3"/>
          </p:nvPr>
        </p:nvSpPr>
        <p:spPr/>
        <p:txBody>
          <a:bodyPr/>
          <a:p>
            <a:r>
              <a:rPr lang="fr-FR"/>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Standard 13">
    <p:spTree>
      <p:nvGrpSpPr>
        <p:cNvPr id="1" name=""/>
        <p:cNvGrpSpPr/>
        <p:nvPr/>
      </p:nvGrpSpPr>
      <p:grpSpPr>
        <a:xfrm>
          <a:off x="0" y="0"/>
          <a:ext cx="0" cy="0"/>
          <a:chOff x="0" y="0"/>
          <a:chExt cx="0" cy="0"/>
        </a:xfrm>
      </p:grpSpPr>
      <p:sp>
        <p:nvSpPr>
          <p:cNvPr id="30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302"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303"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E90B7611-583B-4566-AD6C-96804E5DF9BF}" type="slidenum">
              <a:t>&lt;#&gt;</a:t>
            </a:fld>
          </a:p>
        </p:txBody>
      </p:sp>
      <p:sp>
        <p:nvSpPr>
          <p:cNvPr id="7" name="PlaceHolder 6"/>
          <p:cNvSpPr>
            <a:spLocks noGrp="1"/>
          </p:cNvSpPr>
          <p:nvPr>
            <p:ph type="dt" idx="6"/>
          </p:nvPr>
        </p:nvSpPr>
        <p:spPr/>
        <p:txBody>
          <a:bodyPr/>
          <a:p>
            <a:r>
              <a:rPr lang="fr-FR"/>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Standard 14">
    <p:spTree>
      <p:nvGrpSpPr>
        <p:cNvPr id="1" name=""/>
        <p:cNvGrpSpPr/>
        <p:nvPr/>
      </p:nvGrpSpPr>
      <p:grpSpPr>
        <a:xfrm>
          <a:off x="0" y="0"/>
          <a:ext cx="0" cy="0"/>
          <a:chOff x="0" y="0"/>
          <a:chExt cx="0" cy="0"/>
        </a:xfrm>
      </p:grpSpPr>
      <p:sp>
        <p:nvSpPr>
          <p:cNvPr id="31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31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31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315"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316"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7" name="PlaceHolder 6"/>
          <p:cNvSpPr>
            <a:spLocks noGrp="1"/>
          </p:cNvSpPr>
          <p:nvPr>
            <p:ph type="ftr" idx="7"/>
          </p:nvPr>
        </p:nvSpPr>
        <p:spPr/>
        <p:txBody>
          <a:bodyPr/>
          <a:p>
            <a:r>
              <a:t>Footer</a:t>
            </a:r>
          </a:p>
        </p:txBody>
      </p:sp>
      <p:sp>
        <p:nvSpPr>
          <p:cNvPr id="8" name="PlaceHolder 7"/>
          <p:cNvSpPr>
            <a:spLocks noGrp="1"/>
          </p:cNvSpPr>
          <p:nvPr>
            <p:ph type="sldNum" idx="8"/>
          </p:nvPr>
        </p:nvSpPr>
        <p:spPr/>
        <p:txBody>
          <a:bodyPr/>
          <a:p>
            <a:fld id="{FD4BCB19-F04D-4357-B0D0-39185C9AB61B}" type="slidenum">
              <a:t>&lt;#&gt;</a:t>
            </a:fld>
          </a:p>
        </p:txBody>
      </p:sp>
      <p:sp>
        <p:nvSpPr>
          <p:cNvPr id="9" name="PlaceHolder 8"/>
          <p:cNvSpPr>
            <a:spLocks noGrp="1"/>
          </p:cNvSpPr>
          <p:nvPr>
            <p:ph type="dt" idx="9"/>
          </p:nvPr>
        </p:nvSpPr>
        <p:spPr/>
        <p:txBody>
          <a:bodyPr/>
          <a:p>
            <a:r>
              <a:rPr lang="fr-FR"/>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tandard 15">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p>
            <a:r>
              <a:t>Footer</a:t>
            </a:r>
          </a:p>
        </p:txBody>
      </p:sp>
      <p:sp>
        <p:nvSpPr>
          <p:cNvPr id="3" name="PlaceHolder 2"/>
          <p:cNvSpPr>
            <a:spLocks noGrp="1"/>
          </p:cNvSpPr>
          <p:nvPr>
            <p:ph type="sldNum" idx="11"/>
          </p:nvPr>
        </p:nvSpPr>
        <p:spPr/>
        <p:txBody>
          <a:bodyPr/>
          <a:p>
            <a:fld id="{A0EB7469-B3A2-42A2-B56B-4B9229806440}" type="slidenum">
              <a:t>&lt;#&gt;</a:t>
            </a:fld>
          </a:p>
        </p:txBody>
      </p:sp>
      <p:sp>
        <p:nvSpPr>
          <p:cNvPr id="4" name="PlaceHolder 3"/>
          <p:cNvSpPr>
            <a:spLocks noGrp="1"/>
          </p:cNvSpPr>
          <p:nvPr>
            <p:ph type="dt" idx="12"/>
          </p:nvPr>
        </p:nvSpPr>
        <p:spPr/>
        <p:txBody>
          <a:bodyPr/>
          <a:p>
            <a:r>
              <a:rPr lang="fr-FR"/>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tandard 16">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AA8828C2-E40A-418D-AE44-C9B491D4DE5B}" type="slidenum">
              <a:t>&lt;#&gt;</a:t>
            </a:fld>
          </a:p>
        </p:txBody>
      </p:sp>
      <p:sp>
        <p:nvSpPr>
          <p:cNvPr id="4" name="PlaceHolder 3"/>
          <p:cNvSpPr>
            <a:spLocks noGrp="1"/>
          </p:cNvSpPr>
          <p:nvPr>
            <p:ph type="dt" idx="15"/>
          </p:nvPr>
        </p:nvSpPr>
        <p:spPr/>
        <p:txBody>
          <a:bodyPr/>
          <a:p>
            <a:r>
              <a:rPr lang="fr-FR"/>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Standard 17">
    <p:spTree>
      <p:nvGrpSpPr>
        <p:cNvPr id="1" name=""/>
        <p:cNvGrpSpPr/>
        <p:nvPr/>
      </p:nvGrpSpPr>
      <p:grpSpPr>
        <a:xfrm>
          <a:off x="0" y="0"/>
          <a:ext cx="0" cy="0"/>
          <a:chOff x="0" y="0"/>
          <a:chExt cx="0" cy="0"/>
        </a:xfrm>
      </p:grpSpPr>
      <p:sp>
        <p:nvSpPr>
          <p:cNvPr id="33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331"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4" name="PlaceHolder 3"/>
          <p:cNvSpPr>
            <a:spLocks noGrp="1"/>
          </p:cNvSpPr>
          <p:nvPr>
            <p:ph type="ftr" idx="16"/>
          </p:nvPr>
        </p:nvSpPr>
        <p:spPr/>
        <p:txBody>
          <a:bodyPr/>
          <a:p>
            <a:r>
              <a:t>Footer</a:t>
            </a:r>
          </a:p>
        </p:txBody>
      </p:sp>
      <p:sp>
        <p:nvSpPr>
          <p:cNvPr id="5" name="PlaceHolder 4"/>
          <p:cNvSpPr>
            <a:spLocks noGrp="1"/>
          </p:cNvSpPr>
          <p:nvPr>
            <p:ph type="sldNum" idx="17"/>
          </p:nvPr>
        </p:nvSpPr>
        <p:spPr/>
        <p:txBody>
          <a:bodyPr/>
          <a:p>
            <a:fld id="{5E2BC602-A6AD-465C-8B2B-096B427EA757}" type="slidenum">
              <a:t>&lt;#&gt;</a:t>
            </a:fld>
          </a:p>
        </p:txBody>
      </p:sp>
      <p:sp>
        <p:nvSpPr>
          <p:cNvPr id="6" name="PlaceHolder 5"/>
          <p:cNvSpPr>
            <a:spLocks noGrp="1"/>
          </p:cNvSpPr>
          <p:nvPr>
            <p:ph type="dt" idx="18"/>
          </p:nvPr>
        </p:nvSpPr>
        <p:spPr/>
        <p:txBody>
          <a:bodyPr/>
          <a:p>
            <a:r>
              <a:rPr lang="fr-FR"/>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Standard 18">
    <p:spTree>
      <p:nvGrpSpPr>
        <p:cNvPr id="1" name=""/>
        <p:cNvGrpSpPr/>
        <p:nvPr/>
      </p:nvGrpSpPr>
      <p:grpSpPr>
        <a:xfrm>
          <a:off x="0" y="0"/>
          <a:ext cx="0" cy="0"/>
          <a:chOff x="0" y="0"/>
          <a:chExt cx="0" cy="0"/>
        </a:xfrm>
      </p:grpSpPr>
      <p:sp>
        <p:nvSpPr>
          <p:cNvPr id="33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338"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14D08392-0849-4607-BBD0-EDF0F09A9AFF}" type="slidenum">
              <a:t>&lt;#&gt;</a:t>
            </a:fld>
          </a:p>
        </p:txBody>
      </p:sp>
      <p:sp>
        <p:nvSpPr>
          <p:cNvPr id="6" name="PlaceHolder 5"/>
          <p:cNvSpPr>
            <a:spLocks noGrp="1"/>
          </p:cNvSpPr>
          <p:nvPr>
            <p:ph type="dt" idx="21"/>
          </p:nvPr>
        </p:nvSpPr>
        <p:spPr/>
        <p:txBody>
          <a:bodyPr/>
          <a:p>
            <a:r>
              <a:rPr lang="fr-FR"/>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Standard 19">
    <p:spTree>
      <p:nvGrpSpPr>
        <p:cNvPr id="1" name=""/>
        <p:cNvGrpSpPr/>
        <p:nvPr/>
      </p:nvGrpSpPr>
      <p:grpSpPr>
        <a:xfrm>
          <a:off x="0" y="0"/>
          <a:ext cx="0" cy="0"/>
          <a:chOff x="0" y="0"/>
          <a:chExt cx="0" cy="0"/>
        </a:xfrm>
      </p:grpSpPr>
      <p:sp>
        <p:nvSpPr>
          <p:cNvPr id="34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346"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347"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5" name="PlaceHolder 4"/>
          <p:cNvSpPr>
            <a:spLocks noGrp="1"/>
          </p:cNvSpPr>
          <p:nvPr>
            <p:ph type="ftr" idx="22"/>
          </p:nvPr>
        </p:nvSpPr>
        <p:spPr/>
        <p:txBody>
          <a:bodyPr/>
          <a:p>
            <a:r>
              <a:t>Footer</a:t>
            </a:r>
          </a:p>
        </p:txBody>
      </p:sp>
      <p:sp>
        <p:nvSpPr>
          <p:cNvPr id="6" name="PlaceHolder 5"/>
          <p:cNvSpPr>
            <a:spLocks noGrp="1"/>
          </p:cNvSpPr>
          <p:nvPr>
            <p:ph type="sldNum" idx="23"/>
          </p:nvPr>
        </p:nvSpPr>
        <p:spPr/>
        <p:txBody>
          <a:bodyPr/>
          <a:p>
            <a:fld id="{CA6CD7E5-A740-47FC-A5B0-C8A24E1BCF1C}" type="slidenum">
              <a:t>&lt;#&gt;</a:t>
            </a:fld>
          </a:p>
        </p:txBody>
      </p:sp>
      <p:sp>
        <p:nvSpPr>
          <p:cNvPr id="7" name="PlaceHolder 6"/>
          <p:cNvSpPr>
            <a:spLocks noGrp="1"/>
          </p:cNvSpPr>
          <p:nvPr>
            <p:ph type="dt" idx="24"/>
          </p:nvPr>
        </p:nvSpPr>
        <p:spPr/>
        <p:txBody>
          <a:bodyPr/>
          <a:p>
            <a:r>
              <a:rPr lang="fr-FR"/>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Standard 20">
    <p:spTree>
      <p:nvGrpSpPr>
        <p:cNvPr id="1" name=""/>
        <p:cNvGrpSpPr/>
        <p:nvPr/>
      </p:nvGrpSpPr>
      <p:grpSpPr>
        <a:xfrm>
          <a:off x="0" y="0"/>
          <a:ext cx="0" cy="0"/>
          <a:chOff x="0" y="0"/>
          <a:chExt cx="0" cy="0"/>
        </a:xfrm>
      </p:grpSpPr>
      <p:sp>
        <p:nvSpPr>
          <p:cNvPr id="35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3" name="PlaceHolder 2"/>
          <p:cNvSpPr>
            <a:spLocks noGrp="1"/>
          </p:cNvSpPr>
          <p:nvPr>
            <p:ph type="ftr" idx="25"/>
          </p:nvPr>
        </p:nvSpPr>
        <p:spPr/>
        <p:txBody>
          <a:bodyPr/>
          <a:p>
            <a:r>
              <a:t>Footer</a:t>
            </a:r>
          </a:p>
        </p:txBody>
      </p:sp>
      <p:sp>
        <p:nvSpPr>
          <p:cNvPr id="4" name="PlaceHolder 3"/>
          <p:cNvSpPr>
            <a:spLocks noGrp="1"/>
          </p:cNvSpPr>
          <p:nvPr>
            <p:ph type="sldNum" idx="26"/>
          </p:nvPr>
        </p:nvSpPr>
        <p:spPr/>
        <p:txBody>
          <a:bodyPr/>
          <a:p>
            <a:fld id="{6855A1F6-7810-43A0-9846-6D7304B0342E}" type="slidenum">
              <a:t>&lt;#&gt;</a:t>
            </a:fld>
          </a:p>
        </p:txBody>
      </p:sp>
      <p:sp>
        <p:nvSpPr>
          <p:cNvPr id="5" name="PlaceHolder 4"/>
          <p:cNvSpPr>
            <a:spLocks noGrp="1"/>
          </p:cNvSpPr>
          <p:nvPr>
            <p:ph type="dt" idx="27"/>
          </p:nvPr>
        </p:nvSpPr>
        <p:spPr/>
        <p:txBody>
          <a:bodyPr/>
          <a:p>
            <a:r>
              <a:rPr lang="fr-FR"/>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tandard 21">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34233766-26BC-4F06-AB1B-9FD4DDBC594C}" type="slidenum">
              <a:t>&lt;#&gt;</a:t>
            </a:fld>
          </a:p>
        </p:txBody>
      </p:sp>
      <p:sp>
        <p:nvSpPr>
          <p:cNvPr id="4" name="PlaceHolder 3"/>
          <p:cNvSpPr>
            <a:spLocks noGrp="1"/>
          </p:cNvSpPr>
          <p:nvPr>
            <p:ph type="dt" idx="30"/>
          </p:nvPr>
        </p:nvSpPr>
        <p:spPr/>
        <p:txBody>
          <a:bodyPr/>
          <a:p>
            <a:r>
              <a:rPr lang="fr-FR"/>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Standard 22">
    <p:spTree>
      <p:nvGrpSpPr>
        <p:cNvPr id="1" name=""/>
        <p:cNvGrpSpPr/>
        <p:nvPr/>
      </p:nvGrpSpPr>
      <p:grpSpPr>
        <a:xfrm>
          <a:off x="0" y="0"/>
          <a:ext cx="0" cy="0"/>
          <a:chOff x="0" y="0"/>
          <a:chExt cx="0" cy="0"/>
        </a:xfrm>
      </p:grpSpPr>
      <p:sp>
        <p:nvSpPr>
          <p:cNvPr id="36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364"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365"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366"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6" name="PlaceHolder 5"/>
          <p:cNvSpPr>
            <a:spLocks noGrp="1"/>
          </p:cNvSpPr>
          <p:nvPr>
            <p:ph type="ftr" idx="31"/>
          </p:nvPr>
        </p:nvSpPr>
        <p:spPr/>
        <p:txBody>
          <a:bodyPr/>
          <a:p>
            <a:r>
              <a:t>Footer</a:t>
            </a:r>
          </a:p>
        </p:txBody>
      </p:sp>
      <p:sp>
        <p:nvSpPr>
          <p:cNvPr id="7" name="PlaceHolder 6"/>
          <p:cNvSpPr>
            <a:spLocks noGrp="1"/>
          </p:cNvSpPr>
          <p:nvPr>
            <p:ph type="sldNum" idx="32"/>
          </p:nvPr>
        </p:nvSpPr>
        <p:spPr/>
        <p:txBody>
          <a:bodyPr/>
          <a:p>
            <a:fld id="{19E26DDA-3DFC-4EAB-B7FD-37E4583BF7C1}" type="slidenum">
              <a:t>&lt;#&gt;</a:t>
            </a:fld>
          </a:p>
        </p:txBody>
      </p:sp>
      <p:sp>
        <p:nvSpPr>
          <p:cNvPr id="8" name="PlaceHolder 7"/>
          <p:cNvSpPr>
            <a:spLocks noGrp="1"/>
          </p:cNvSpPr>
          <p:nvPr>
            <p:ph type="dt" idx="33"/>
          </p:nvPr>
        </p:nvSpPr>
        <p:spPr/>
        <p:txBody>
          <a:bodyPr/>
          <a:p>
            <a:r>
              <a:rPr lang="fr-FR"/>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Standard 23">
    <p:spTree>
      <p:nvGrpSpPr>
        <p:cNvPr id="1" name=""/>
        <p:cNvGrpSpPr/>
        <p:nvPr/>
      </p:nvGrpSpPr>
      <p:grpSpPr>
        <a:xfrm>
          <a:off x="0" y="0"/>
          <a:ext cx="0" cy="0"/>
          <a:chOff x="0" y="0"/>
          <a:chExt cx="0" cy="0"/>
        </a:xfrm>
      </p:grpSpPr>
      <p:sp>
        <p:nvSpPr>
          <p:cNvPr id="37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375"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37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377"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6" name="PlaceHolder 5"/>
          <p:cNvSpPr>
            <a:spLocks noGrp="1"/>
          </p:cNvSpPr>
          <p:nvPr>
            <p:ph type="ftr" idx="34"/>
          </p:nvPr>
        </p:nvSpPr>
        <p:spPr/>
        <p:txBody>
          <a:bodyPr/>
          <a:p>
            <a:r>
              <a:t>Footer</a:t>
            </a:r>
          </a:p>
        </p:txBody>
      </p:sp>
      <p:sp>
        <p:nvSpPr>
          <p:cNvPr id="7" name="PlaceHolder 6"/>
          <p:cNvSpPr>
            <a:spLocks noGrp="1"/>
          </p:cNvSpPr>
          <p:nvPr>
            <p:ph type="sldNum" idx="35"/>
          </p:nvPr>
        </p:nvSpPr>
        <p:spPr/>
        <p:txBody>
          <a:bodyPr/>
          <a:p>
            <a:fld id="{4558C8F4-B8CA-44AB-936E-2817C6A4E60D}" type="slidenum">
              <a:t>&lt;#&gt;</a:t>
            </a:fld>
          </a:p>
        </p:txBody>
      </p:sp>
      <p:sp>
        <p:nvSpPr>
          <p:cNvPr id="8" name="PlaceHolder 7"/>
          <p:cNvSpPr>
            <a:spLocks noGrp="1"/>
          </p:cNvSpPr>
          <p:nvPr>
            <p:ph type="dt" idx="36"/>
          </p:nvPr>
        </p:nvSpPr>
        <p:spPr/>
        <p:txBody>
          <a:bodyPr/>
          <a:p>
            <a:r>
              <a:rPr lang="fr-FR"/>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Standard 24">
    <p:spTree>
      <p:nvGrpSpPr>
        <p:cNvPr id="1" name=""/>
        <p:cNvGrpSpPr/>
        <p:nvPr/>
      </p:nvGrpSpPr>
      <p:grpSpPr>
        <a:xfrm>
          <a:off x="0" y="0"/>
          <a:ext cx="0" cy="0"/>
          <a:chOff x="0" y="0"/>
          <a:chExt cx="0" cy="0"/>
        </a:xfrm>
      </p:grpSpPr>
      <p:sp>
        <p:nvSpPr>
          <p:cNvPr id="38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386"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387"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388"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6" name="PlaceHolder 5"/>
          <p:cNvSpPr>
            <a:spLocks noGrp="1"/>
          </p:cNvSpPr>
          <p:nvPr>
            <p:ph type="ftr" idx="37"/>
          </p:nvPr>
        </p:nvSpPr>
        <p:spPr/>
        <p:txBody>
          <a:bodyPr/>
          <a:p>
            <a:r>
              <a:t>Footer</a:t>
            </a:r>
          </a:p>
        </p:txBody>
      </p:sp>
      <p:sp>
        <p:nvSpPr>
          <p:cNvPr id="7" name="PlaceHolder 6"/>
          <p:cNvSpPr>
            <a:spLocks noGrp="1"/>
          </p:cNvSpPr>
          <p:nvPr>
            <p:ph type="sldNum" idx="38"/>
          </p:nvPr>
        </p:nvSpPr>
        <p:spPr/>
        <p:txBody>
          <a:bodyPr/>
          <a:p>
            <a:fld id="{36BD80BC-B3E0-4990-B82D-6226353006CB}" type="slidenum">
              <a:t>&lt;#&gt;</a:t>
            </a:fld>
          </a:p>
        </p:txBody>
      </p:sp>
      <p:sp>
        <p:nvSpPr>
          <p:cNvPr id="8" name="PlaceHolder 7"/>
          <p:cNvSpPr>
            <a:spLocks noGrp="1"/>
          </p:cNvSpPr>
          <p:nvPr>
            <p:ph type="dt" idx="39"/>
          </p:nvPr>
        </p:nvSpPr>
        <p:spPr/>
        <p:txBody>
          <a:bodyPr/>
          <a:p>
            <a:r>
              <a:rPr lang="fr-FR"/>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Standard 25">
    <p:spTree>
      <p:nvGrpSpPr>
        <p:cNvPr id="1" name=""/>
        <p:cNvGrpSpPr/>
        <p:nvPr/>
      </p:nvGrpSpPr>
      <p:grpSpPr>
        <a:xfrm>
          <a:off x="0" y="0"/>
          <a:ext cx="0" cy="0"/>
          <a:chOff x="0" y="0"/>
          <a:chExt cx="0" cy="0"/>
        </a:xfrm>
      </p:grpSpPr>
      <p:sp>
        <p:nvSpPr>
          <p:cNvPr id="39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396"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397"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5" name="PlaceHolder 4"/>
          <p:cNvSpPr>
            <a:spLocks noGrp="1"/>
          </p:cNvSpPr>
          <p:nvPr>
            <p:ph type="ftr" idx="40"/>
          </p:nvPr>
        </p:nvSpPr>
        <p:spPr/>
        <p:txBody>
          <a:bodyPr/>
          <a:p>
            <a:r>
              <a:t>Footer</a:t>
            </a:r>
          </a:p>
        </p:txBody>
      </p:sp>
      <p:sp>
        <p:nvSpPr>
          <p:cNvPr id="6" name="PlaceHolder 5"/>
          <p:cNvSpPr>
            <a:spLocks noGrp="1"/>
          </p:cNvSpPr>
          <p:nvPr>
            <p:ph type="sldNum" idx="41"/>
          </p:nvPr>
        </p:nvSpPr>
        <p:spPr/>
        <p:txBody>
          <a:bodyPr/>
          <a:p>
            <a:fld id="{E3D45DAC-0E36-43B7-93C8-C673807A74AE}" type="slidenum">
              <a:t>&lt;#&gt;</a:t>
            </a:fld>
          </a:p>
        </p:txBody>
      </p:sp>
      <p:sp>
        <p:nvSpPr>
          <p:cNvPr id="7" name="PlaceHolder 6"/>
          <p:cNvSpPr>
            <a:spLocks noGrp="1"/>
          </p:cNvSpPr>
          <p:nvPr>
            <p:ph type="dt" idx="42"/>
          </p:nvPr>
        </p:nvSpPr>
        <p:spPr/>
        <p:txBody>
          <a:bodyPr/>
          <a:p>
            <a:r>
              <a:rPr lang="fr-FR"/>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Standard 26">
    <p:spTree>
      <p:nvGrpSpPr>
        <p:cNvPr id="1" name=""/>
        <p:cNvGrpSpPr/>
        <p:nvPr/>
      </p:nvGrpSpPr>
      <p:grpSpPr>
        <a:xfrm>
          <a:off x="0" y="0"/>
          <a:ext cx="0" cy="0"/>
          <a:chOff x="0" y="0"/>
          <a:chExt cx="0" cy="0"/>
        </a:xfrm>
      </p:grpSpPr>
      <p:sp>
        <p:nvSpPr>
          <p:cNvPr id="40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407"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408"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409"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410"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7" name="PlaceHolder 6"/>
          <p:cNvSpPr>
            <a:spLocks noGrp="1"/>
          </p:cNvSpPr>
          <p:nvPr>
            <p:ph type="ftr" idx="43"/>
          </p:nvPr>
        </p:nvSpPr>
        <p:spPr/>
        <p:txBody>
          <a:bodyPr/>
          <a:p>
            <a:r>
              <a:t>Footer</a:t>
            </a:r>
          </a:p>
        </p:txBody>
      </p:sp>
      <p:sp>
        <p:nvSpPr>
          <p:cNvPr id="8" name="PlaceHolder 7"/>
          <p:cNvSpPr>
            <a:spLocks noGrp="1"/>
          </p:cNvSpPr>
          <p:nvPr>
            <p:ph type="sldNum" idx="44"/>
          </p:nvPr>
        </p:nvSpPr>
        <p:spPr/>
        <p:txBody>
          <a:bodyPr/>
          <a:p>
            <a:fld id="{3A7B191D-89B8-4399-8328-D4B539CB1DAF}" type="slidenum">
              <a:t>&lt;#&gt;</a:t>
            </a:fld>
          </a:p>
        </p:txBody>
      </p:sp>
      <p:sp>
        <p:nvSpPr>
          <p:cNvPr id="9" name="PlaceHolder 8"/>
          <p:cNvSpPr>
            <a:spLocks noGrp="1"/>
          </p:cNvSpPr>
          <p:nvPr>
            <p:ph type="dt" idx="45"/>
          </p:nvPr>
        </p:nvSpPr>
        <p:spPr/>
        <p:txBody>
          <a:bodyPr/>
          <a:p>
            <a:r>
              <a:rPr lang="fr-FR"/>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tandard 27">
    <p:spTree>
      <p:nvGrpSpPr>
        <p:cNvPr id="1" name=""/>
        <p:cNvGrpSpPr/>
        <p:nvPr/>
      </p:nvGrpSpPr>
      <p:grpSpPr>
        <a:xfrm>
          <a:off x="0" y="0"/>
          <a:ext cx="0" cy="0"/>
          <a:chOff x="0" y="0"/>
          <a:chExt cx="0" cy="0"/>
        </a:xfrm>
      </p:grpSpPr>
      <p:sp>
        <p:nvSpPr>
          <p:cNvPr id="2" name="PlaceHolder 1"/>
          <p:cNvSpPr>
            <a:spLocks noGrp="1"/>
          </p:cNvSpPr>
          <p:nvPr>
            <p:ph type="ftr" idx="46"/>
          </p:nvPr>
        </p:nvSpPr>
        <p:spPr/>
        <p:txBody>
          <a:bodyPr/>
          <a:p>
            <a:r>
              <a:t>Footer</a:t>
            </a:r>
          </a:p>
        </p:txBody>
      </p:sp>
      <p:sp>
        <p:nvSpPr>
          <p:cNvPr id="3" name="PlaceHolder 2"/>
          <p:cNvSpPr>
            <a:spLocks noGrp="1"/>
          </p:cNvSpPr>
          <p:nvPr>
            <p:ph type="sldNum" idx="47"/>
          </p:nvPr>
        </p:nvSpPr>
        <p:spPr/>
        <p:txBody>
          <a:bodyPr/>
          <a:p>
            <a:fld id="{8F51B1BE-6024-4869-B8E8-474BA435B163}" type="slidenum">
              <a:t>&lt;#&gt;</a:t>
            </a:fld>
          </a:p>
        </p:txBody>
      </p:sp>
      <p:sp>
        <p:nvSpPr>
          <p:cNvPr id="4" name="PlaceHolder 3"/>
          <p:cNvSpPr>
            <a:spLocks noGrp="1"/>
          </p:cNvSpPr>
          <p:nvPr>
            <p:ph type="dt" idx="48"/>
          </p:nvPr>
        </p:nvSpPr>
        <p:spPr/>
        <p:txBody>
          <a:bodyPr/>
          <a:p>
            <a:r>
              <a:rPr lang="fr-FR"/>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tandard 28">
    <p:spTree>
      <p:nvGrpSpPr>
        <p:cNvPr id="1" name=""/>
        <p:cNvGrpSpPr/>
        <p:nvPr/>
      </p:nvGrpSpPr>
      <p:grpSpPr>
        <a:xfrm>
          <a:off x="0" y="0"/>
          <a:ext cx="0" cy="0"/>
          <a:chOff x="0" y="0"/>
          <a:chExt cx="0" cy="0"/>
        </a:xfrm>
      </p:grpSpPr>
      <p:sp>
        <p:nvSpPr>
          <p:cNvPr id="2" name="PlaceHolder 1"/>
          <p:cNvSpPr>
            <a:spLocks noGrp="1"/>
          </p:cNvSpPr>
          <p:nvPr>
            <p:ph type="ftr" idx="49"/>
          </p:nvPr>
        </p:nvSpPr>
        <p:spPr/>
        <p:txBody>
          <a:bodyPr/>
          <a:p>
            <a:r>
              <a:t>Footer</a:t>
            </a:r>
          </a:p>
        </p:txBody>
      </p:sp>
      <p:sp>
        <p:nvSpPr>
          <p:cNvPr id="3" name="PlaceHolder 2"/>
          <p:cNvSpPr>
            <a:spLocks noGrp="1"/>
          </p:cNvSpPr>
          <p:nvPr>
            <p:ph type="sldNum" idx="50"/>
          </p:nvPr>
        </p:nvSpPr>
        <p:spPr/>
        <p:txBody>
          <a:bodyPr/>
          <a:p>
            <a:fld id="{0D641403-7D4C-4F21-A9AF-7A36CA16E898}" type="slidenum">
              <a:t>&lt;#&gt;</a:t>
            </a:fld>
          </a:p>
        </p:txBody>
      </p:sp>
      <p:sp>
        <p:nvSpPr>
          <p:cNvPr id="4" name="PlaceHolder 3"/>
          <p:cNvSpPr>
            <a:spLocks noGrp="1"/>
          </p:cNvSpPr>
          <p:nvPr>
            <p:ph type="dt" idx="51"/>
          </p:nvPr>
        </p:nvSpPr>
        <p:spPr/>
        <p:txBody>
          <a:bodyPr/>
          <a:p>
            <a:r>
              <a:rPr lang="fr-FR"/>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Standard 29">
    <p:spTree>
      <p:nvGrpSpPr>
        <p:cNvPr id="1" name=""/>
        <p:cNvGrpSpPr/>
        <p:nvPr/>
      </p:nvGrpSpPr>
      <p:grpSpPr>
        <a:xfrm>
          <a:off x="0" y="0"/>
          <a:ext cx="0" cy="0"/>
          <a:chOff x="0" y="0"/>
          <a:chExt cx="0" cy="0"/>
        </a:xfrm>
      </p:grpSpPr>
      <p:sp>
        <p:nvSpPr>
          <p:cNvPr id="42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425"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4" name="PlaceHolder 3"/>
          <p:cNvSpPr>
            <a:spLocks noGrp="1"/>
          </p:cNvSpPr>
          <p:nvPr>
            <p:ph type="ftr" idx="52"/>
          </p:nvPr>
        </p:nvSpPr>
        <p:spPr/>
        <p:txBody>
          <a:bodyPr/>
          <a:p>
            <a:r>
              <a:t>Footer</a:t>
            </a:r>
          </a:p>
        </p:txBody>
      </p:sp>
      <p:sp>
        <p:nvSpPr>
          <p:cNvPr id="5" name="PlaceHolder 4"/>
          <p:cNvSpPr>
            <a:spLocks noGrp="1"/>
          </p:cNvSpPr>
          <p:nvPr>
            <p:ph type="sldNum" idx="53"/>
          </p:nvPr>
        </p:nvSpPr>
        <p:spPr/>
        <p:txBody>
          <a:bodyPr/>
          <a:p>
            <a:fld id="{0CD66B4D-B7B7-4731-92BF-59765835410B}" type="slidenum">
              <a:t>&lt;#&gt;</a:t>
            </a:fld>
          </a:p>
        </p:txBody>
      </p:sp>
      <p:sp>
        <p:nvSpPr>
          <p:cNvPr id="6" name="PlaceHolder 5"/>
          <p:cNvSpPr>
            <a:spLocks noGrp="1"/>
          </p:cNvSpPr>
          <p:nvPr>
            <p:ph type="dt" idx="54"/>
          </p:nvPr>
        </p:nvSpPr>
        <p:spPr/>
        <p:txBody>
          <a:bodyPr/>
          <a:p>
            <a:r>
              <a:rPr lang="fr-FR"/>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Standard 30">
    <p:spTree>
      <p:nvGrpSpPr>
        <p:cNvPr id="1" name=""/>
        <p:cNvGrpSpPr/>
        <p:nvPr/>
      </p:nvGrpSpPr>
      <p:grpSpPr>
        <a:xfrm>
          <a:off x="0" y="0"/>
          <a:ext cx="0" cy="0"/>
          <a:chOff x="0" y="0"/>
          <a:chExt cx="0" cy="0"/>
        </a:xfrm>
      </p:grpSpPr>
      <p:sp>
        <p:nvSpPr>
          <p:cNvPr id="43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432"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4" name="PlaceHolder 3"/>
          <p:cNvSpPr>
            <a:spLocks noGrp="1"/>
          </p:cNvSpPr>
          <p:nvPr>
            <p:ph type="ftr" idx="55"/>
          </p:nvPr>
        </p:nvSpPr>
        <p:spPr/>
        <p:txBody>
          <a:bodyPr/>
          <a:p>
            <a:r>
              <a:t>Footer</a:t>
            </a:r>
          </a:p>
        </p:txBody>
      </p:sp>
      <p:sp>
        <p:nvSpPr>
          <p:cNvPr id="5" name="PlaceHolder 4"/>
          <p:cNvSpPr>
            <a:spLocks noGrp="1"/>
          </p:cNvSpPr>
          <p:nvPr>
            <p:ph type="sldNum" idx="56"/>
          </p:nvPr>
        </p:nvSpPr>
        <p:spPr/>
        <p:txBody>
          <a:bodyPr/>
          <a:p>
            <a:fld id="{C942DE63-8D37-4A0A-9CE6-ADFE330348F1}" type="slidenum">
              <a:t>&lt;#&gt;</a:t>
            </a:fld>
          </a:p>
        </p:txBody>
      </p:sp>
      <p:sp>
        <p:nvSpPr>
          <p:cNvPr id="6" name="PlaceHolder 5"/>
          <p:cNvSpPr>
            <a:spLocks noGrp="1"/>
          </p:cNvSpPr>
          <p:nvPr>
            <p:ph type="dt" idx="57"/>
          </p:nvPr>
        </p:nvSpPr>
        <p:spPr/>
        <p:txBody>
          <a:bodyPr/>
          <a:p>
            <a:r>
              <a:rPr lang="fr-FR"/>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Standard 31">
    <p:spTree>
      <p:nvGrpSpPr>
        <p:cNvPr id="1" name=""/>
        <p:cNvGrpSpPr/>
        <p:nvPr/>
      </p:nvGrpSpPr>
      <p:grpSpPr>
        <a:xfrm>
          <a:off x="0" y="0"/>
          <a:ext cx="0" cy="0"/>
          <a:chOff x="0" y="0"/>
          <a:chExt cx="0" cy="0"/>
        </a:xfrm>
      </p:grpSpPr>
      <p:sp>
        <p:nvSpPr>
          <p:cNvPr id="43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440"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441"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5" name="PlaceHolder 4"/>
          <p:cNvSpPr>
            <a:spLocks noGrp="1"/>
          </p:cNvSpPr>
          <p:nvPr>
            <p:ph type="ftr" idx="58"/>
          </p:nvPr>
        </p:nvSpPr>
        <p:spPr/>
        <p:txBody>
          <a:bodyPr/>
          <a:p>
            <a:r>
              <a:t>Footer</a:t>
            </a:r>
          </a:p>
        </p:txBody>
      </p:sp>
      <p:sp>
        <p:nvSpPr>
          <p:cNvPr id="6" name="PlaceHolder 5"/>
          <p:cNvSpPr>
            <a:spLocks noGrp="1"/>
          </p:cNvSpPr>
          <p:nvPr>
            <p:ph type="sldNum" idx="59"/>
          </p:nvPr>
        </p:nvSpPr>
        <p:spPr/>
        <p:txBody>
          <a:bodyPr/>
          <a:p>
            <a:fld id="{6CE1DCA4-290C-409A-9425-2C98D453068D}" type="slidenum">
              <a:t>&lt;#&gt;</a:t>
            </a:fld>
          </a:p>
        </p:txBody>
      </p:sp>
      <p:sp>
        <p:nvSpPr>
          <p:cNvPr id="7" name="PlaceHolder 6"/>
          <p:cNvSpPr>
            <a:spLocks noGrp="1"/>
          </p:cNvSpPr>
          <p:nvPr>
            <p:ph type="dt" idx="60"/>
          </p:nvPr>
        </p:nvSpPr>
        <p:spPr/>
        <p:txBody>
          <a:bodyPr/>
          <a:p>
            <a:r>
              <a:rPr lang="fr-FR"/>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Standard 32">
    <p:spTree>
      <p:nvGrpSpPr>
        <p:cNvPr id="1" name=""/>
        <p:cNvGrpSpPr/>
        <p:nvPr/>
      </p:nvGrpSpPr>
      <p:grpSpPr>
        <a:xfrm>
          <a:off x="0" y="0"/>
          <a:ext cx="0" cy="0"/>
          <a:chOff x="0" y="0"/>
          <a:chExt cx="0" cy="0"/>
        </a:xfrm>
      </p:grpSpPr>
      <p:sp>
        <p:nvSpPr>
          <p:cNvPr id="44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3" name="PlaceHolder 2"/>
          <p:cNvSpPr>
            <a:spLocks noGrp="1"/>
          </p:cNvSpPr>
          <p:nvPr>
            <p:ph type="ftr" idx="61"/>
          </p:nvPr>
        </p:nvSpPr>
        <p:spPr/>
        <p:txBody>
          <a:bodyPr/>
          <a:p>
            <a:r>
              <a:t>Footer</a:t>
            </a:r>
          </a:p>
        </p:txBody>
      </p:sp>
      <p:sp>
        <p:nvSpPr>
          <p:cNvPr id="4" name="PlaceHolder 3"/>
          <p:cNvSpPr>
            <a:spLocks noGrp="1"/>
          </p:cNvSpPr>
          <p:nvPr>
            <p:ph type="sldNum" idx="62"/>
          </p:nvPr>
        </p:nvSpPr>
        <p:spPr/>
        <p:txBody>
          <a:bodyPr/>
          <a:p>
            <a:fld id="{11324094-5D45-47D2-A117-78B425B2646E}" type="slidenum">
              <a:t>&lt;#&gt;</a:t>
            </a:fld>
          </a:p>
        </p:txBody>
      </p:sp>
      <p:sp>
        <p:nvSpPr>
          <p:cNvPr id="5" name="PlaceHolder 4"/>
          <p:cNvSpPr>
            <a:spLocks noGrp="1"/>
          </p:cNvSpPr>
          <p:nvPr>
            <p:ph type="dt" idx="63"/>
          </p:nvPr>
        </p:nvSpPr>
        <p:spPr/>
        <p:txBody>
          <a:bodyPr/>
          <a:p>
            <a:r>
              <a:rPr lang="fr-FR"/>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tandard 33">
    <p:spTree>
      <p:nvGrpSpPr>
        <p:cNvPr id="1" name=""/>
        <p:cNvGrpSpPr/>
        <p:nvPr/>
      </p:nvGrpSpPr>
      <p:grpSpPr>
        <a:xfrm>
          <a:off x="0" y="0"/>
          <a:ext cx="0" cy="0"/>
          <a:chOff x="0" y="0"/>
          <a:chExt cx="0" cy="0"/>
        </a:xfrm>
      </p:grpSpPr>
      <p:sp>
        <p:nvSpPr>
          <p:cNvPr id="2" name="PlaceHolder 1"/>
          <p:cNvSpPr>
            <a:spLocks noGrp="1"/>
          </p:cNvSpPr>
          <p:nvPr>
            <p:ph type="ftr" idx="64"/>
          </p:nvPr>
        </p:nvSpPr>
        <p:spPr/>
        <p:txBody>
          <a:bodyPr/>
          <a:p>
            <a:r>
              <a:t>Footer</a:t>
            </a:r>
          </a:p>
        </p:txBody>
      </p:sp>
      <p:sp>
        <p:nvSpPr>
          <p:cNvPr id="3" name="PlaceHolder 2"/>
          <p:cNvSpPr>
            <a:spLocks noGrp="1"/>
          </p:cNvSpPr>
          <p:nvPr>
            <p:ph type="sldNum" idx="65"/>
          </p:nvPr>
        </p:nvSpPr>
        <p:spPr/>
        <p:txBody>
          <a:bodyPr/>
          <a:p>
            <a:fld id="{626C6F4C-15F7-46AF-ACB7-9EE2DD297C6B}" type="slidenum">
              <a:t>&lt;#&gt;</a:t>
            </a:fld>
          </a:p>
        </p:txBody>
      </p:sp>
      <p:sp>
        <p:nvSpPr>
          <p:cNvPr id="4" name="PlaceHolder 3"/>
          <p:cNvSpPr>
            <a:spLocks noGrp="1"/>
          </p:cNvSpPr>
          <p:nvPr>
            <p:ph type="dt" idx="66"/>
          </p:nvPr>
        </p:nvSpPr>
        <p:spPr/>
        <p:txBody>
          <a:bodyPr/>
          <a:p>
            <a:r>
              <a:rPr lang="fr-FR"/>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Standard 34">
    <p:spTree>
      <p:nvGrpSpPr>
        <p:cNvPr id="1" name=""/>
        <p:cNvGrpSpPr/>
        <p:nvPr/>
      </p:nvGrpSpPr>
      <p:grpSpPr>
        <a:xfrm>
          <a:off x="0" y="0"/>
          <a:ext cx="0" cy="0"/>
          <a:chOff x="0" y="0"/>
          <a:chExt cx="0" cy="0"/>
        </a:xfrm>
      </p:grpSpPr>
      <p:sp>
        <p:nvSpPr>
          <p:cNvPr id="45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458"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459"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460"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6" name="PlaceHolder 5"/>
          <p:cNvSpPr>
            <a:spLocks noGrp="1"/>
          </p:cNvSpPr>
          <p:nvPr>
            <p:ph type="ftr" idx="67"/>
          </p:nvPr>
        </p:nvSpPr>
        <p:spPr/>
        <p:txBody>
          <a:bodyPr/>
          <a:p>
            <a:r>
              <a:t>Footer</a:t>
            </a:r>
          </a:p>
        </p:txBody>
      </p:sp>
      <p:sp>
        <p:nvSpPr>
          <p:cNvPr id="7" name="PlaceHolder 6"/>
          <p:cNvSpPr>
            <a:spLocks noGrp="1"/>
          </p:cNvSpPr>
          <p:nvPr>
            <p:ph type="sldNum" idx="68"/>
          </p:nvPr>
        </p:nvSpPr>
        <p:spPr/>
        <p:txBody>
          <a:bodyPr/>
          <a:p>
            <a:fld id="{5B54073D-B804-4408-9D89-FF020ECA18F3}" type="slidenum">
              <a:t>&lt;#&gt;</a:t>
            </a:fld>
          </a:p>
        </p:txBody>
      </p:sp>
      <p:sp>
        <p:nvSpPr>
          <p:cNvPr id="8" name="PlaceHolder 7"/>
          <p:cNvSpPr>
            <a:spLocks noGrp="1"/>
          </p:cNvSpPr>
          <p:nvPr>
            <p:ph type="dt" idx="69"/>
          </p:nvPr>
        </p:nvSpPr>
        <p:spPr/>
        <p:txBody>
          <a:bodyPr/>
          <a:p>
            <a:r>
              <a:rPr lang="fr-FR"/>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Standard 35">
    <p:spTree>
      <p:nvGrpSpPr>
        <p:cNvPr id="1" name=""/>
        <p:cNvGrpSpPr/>
        <p:nvPr/>
      </p:nvGrpSpPr>
      <p:grpSpPr>
        <a:xfrm>
          <a:off x="0" y="0"/>
          <a:ext cx="0" cy="0"/>
          <a:chOff x="0" y="0"/>
          <a:chExt cx="0" cy="0"/>
        </a:xfrm>
      </p:grpSpPr>
      <p:sp>
        <p:nvSpPr>
          <p:cNvPr id="46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469"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47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471"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6" name="PlaceHolder 5"/>
          <p:cNvSpPr>
            <a:spLocks noGrp="1"/>
          </p:cNvSpPr>
          <p:nvPr>
            <p:ph type="ftr" idx="70"/>
          </p:nvPr>
        </p:nvSpPr>
        <p:spPr/>
        <p:txBody>
          <a:bodyPr/>
          <a:p>
            <a:r>
              <a:t>Footer</a:t>
            </a:r>
          </a:p>
        </p:txBody>
      </p:sp>
      <p:sp>
        <p:nvSpPr>
          <p:cNvPr id="7" name="PlaceHolder 6"/>
          <p:cNvSpPr>
            <a:spLocks noGrp="1"/>
          </p:cNvSpPr>
          <p:nvPr>
            <p:ph type="sldNum" idx="71"/>
          </p:nvPr>
        </p:nvSpPr>
        <p:spPr/>
        <p:txBody>
          <a:bodyPr/>
          <a:p>
            <a:fld id="{56EBFE53-A91F-4712-A40C-4B35AD67962C}" type="slidenum">
              <a:t>&lt;#&gt;</a:t>
            </a:fld>
          </a:p>
        </p:txBody>
      </p:sp>
      <p:sp>
        <p:nvSpPr>
          <p:cNvPr id="8" name="PlaceHolder 7"/>
          <p:cNvSpPr>
            <a:spLocks noGrp="1"/>
          </p:cNvSpPr>
          <p:nvPr>
            <p:ph type="dt" idx="72"/>
          </p:nvPr>
        </p:nvSpPr>
        <p:spPr/>
        <p:txBody>
          <a:bodyPr/>
          <a:p>
            <a:r>
              <a:rPr lang="fr-FR"/>
              <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47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478"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4" name="PlaceHolder 3"/>
          <p:cNvSpPr>
            <a:spLocks noGrp="1"/>
          </p:cNvSpPr>
          <p:nvPr>
            <p:ph type="ftr" idx="73"/>
          </p:nvPr>
        </p:nvSpPr>
        <p:spPr/>
        <p:txBody>
          <a:bodyPr/>
          <a:p>
            <a:r>
              <a:t>Footer</a:t>
            </a:r>
          </a:p>
        </p:txBody>
      </p:sp>
      <p:sp>
        <p:nvSpPr>
          <p:cNvPr id="5" name="PlaceHolder 4"/>
          <p:cNvSpPr>
            <a:spLocks noGrp="1"/>
          </p:cNvSpPr>
          <p:nvPr>
            <p:ph type="sldNum" idx="74"/>
          </p:nvPr>
        </p:nvSpPr>
        <p:spPr/>
        <p:txBody>
          <a:bodyPr/>
          <a:p>
            <a:fld id="{E9D1A6FF-6108-429E-B29A-87BD6FB60E26}" type="slidenum">
              <a:t>&lt;#&gt;</a:t>
            </a:fld>
          </a:p>
        </p:txBody>
      </p:sp>
      <p:sp>
        <p:nvSpPr>
          <p:cNvPr id="6" name="PlaceHolder 5"/>
          <p:cNvSpPr>
            <a:spLocks noGrp="1"/>
          </p:cNvSpPr>
          <p:nvPr>
            <p:ph type="dt" idx="75"/>
          </p:nvPr>
        </p:nvSpPr>
        <p:spPr/>
        <p:txBody>
          <a:bodyPr/>
          <a:p>
            <a:r>
              <a:rPr lang="fr-FR"/>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jpeg"/><Relationship Id="rId3"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1.jpeg"/><Relationship Id="rId3"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image" Target="../media/image1.jpeg"/><Relationship Id="rId3"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image" Target="../media/image1.jpeg"/><Relationship Id="rId3"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image" Target="../media/image1.jpeg"/><Relationship Id="rId3"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image" Target="../media/image1.jpeg"/><Relationship Id="rId3"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image" Target="../media/image1.jpeg"/><Relationship Id="rId3"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image" Target="../media/image1.jpeg"/><Relationship Id="rId3"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image" Target="../media/image1.jpeg"/><Relationship Id="rId3"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image" Target="../media/image1.jpeg"/><Relationship Id="rId3"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image" Target="../media/image1.jpeg"/><Relationship Id="rId3"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image" Target="../media/image1.jpeg"/><Relationship Id="rId3"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25.xml"/>
</Relationships>
</file>

<file path=ppt/slideMasters/_rels/slideMaster26.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slideLayout" Target="../slideLayouts/slideLayout26.xml"/>
</Relationships>
</file>

<file path=ppt/slideMasters/_rels/slideMaster27.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slideLayout" Target="../slideLayouts/slideLayout27.xml"/>
</Relationships>
</file>

<file path=ppt/slideMasters/_rels/slideMaster28.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slideLayout" Target="../slideLayouts/slideLayout28.xml"/>
</Relationships>
</file>

<file path=ppt/slideMasters/_rels/slideMaster29.xml.rels><?xml version="1.0" encoding="UTF-8"?>
<Relationships xmlns="http://schemas.openxmlformats.org/package/2006/relationships"><Relationship Id="rId1" Type="http://schemas.openxmlformats.org/officeDocument/2006/relationships/theme" Target="../theme/theme29.xml"/><Relationship Id="rId2" Type="http://schemas.openxmlformats.org/officeDocument/2006/relationships/slideLayout" Target="../slideLayouts/slideLayout29.xml"/>
</Relationships>
</file>

<file path=ppt/slideMasters/_rels/slideMaster30.xml.rels><?xml version="1.0" encoding="UTF-8"?>
<Relationships xmlns="http://schemas.openxmlformats.org/package/2006/relationships"><Relationship Id="rId1" Type="http://schemas.openxmlformats.org/officeDocument/2006/relationships/theme" Target="../theme/theme30.xml"/><Relationship Id="rId2" Type="http://schemas.openxmlformats.org/officeDocument/2006/relationships/slideLayout" Target="../slideLayouts/slideLayout30.xml"/>
</Relationships>
</file>

<file path=ppt/slideMasters/_rels/slideMaster31.xml.rels><?xml version="1.0" encoding="UTF-8"?>
<Relationships xmlns="http://schemas.openxmlformats.org/package/2006/relationships"><Relationship Id="rId1" Type="http://schemas.openxmlformats.org/officeDocument/2006/relationships/theme" Target="../theme/theme31.xml"/><Relationship Id="rId2" Type="http://schemas.openxmlformats.org/officeDocument/2006/relationships/slideLayout" Target="../slideLayouts/slideLayout31.xml"/>
</Relationships>
</file>

<file path=ppt/slideMasters/_rels/slideMaster32.xml.rels><?xml version="1.0" encoding="UTF-8"?>
<Relationships xmlns="http://schemas.openxmlformats.org/package/2006/relationships"><Relationship Id="rId1" Type="http://schemas.openxmlformats.org/officeDocument/2006/relationships/theme" Target="../theme/theme32.xml"/><Relationship Id="rId2" Type="http://schemas.openxmlformats.org/officeDocument/2006/relationships/slideLayout" Target="../slideLayouts/slideLayout32.xml"/>
</Relationships>
</file>

<file path=ppt/slideMasters/_rels/slideMaster33.xml.rels><?xml version="1.0" encoding="UTF-8"?>
<Relationships xmlns="http://schemas.openxmlformats.org/package/2006/relationships"><Relationship Id="rId1" Type="http://schemas.openxmlformats.org/officeDocument/2006/relationships/theme" Target="../theme/theme33.xml"/><Relationship Id="rId2" Type="http://schemas.openxmlformats.org/officeDocument/2006/relationships/slideLayout" Target="../slideLayouts/slideLayout33.xml"/>
</Relationships>
</file>

<file path=ppt/slideMasters/_rels/slideMaster34.xml.rels><?xml version="1.0" encoding="UTF-8"?>
<Relationships xmlns="http://schemas.openxmlformats.org/package/2006/relationships"><Relationship Id="rId1" Type="http://schemas.openxmlformats.org/officeDocument/2006/relationships/theme" Target="../theme/theme34.xml"/><Relationship Id="rId2" Type="http://schemas.openxmlformats.org/officeDocument/2006/relationships/slideLayout" Target="../slideLayouts/slideLayout34.xml"/>
</Relationships>
</file>

<file path=ppt/slideMasters/_rels/slideMaster35.xml.rels><?xml version="1.0" encoding="UTF-8"?>
<Relationships xmlns="http://schemas.openxmlformats.org/package/2006/relationships"><Relationship Id="rId1" Type="http://schemas.openxmlformats.org/officeDocument/2006/relationships/theme" Target="../theme/theme35.xml"/><Relationship Id="rId2" Type="http://schemas.openxmlformats.org/officeDocument/2006/relationships/slideLayout" Target="../slideLayouts/slideLayout35.xml"/>
</Relationships>
</file>

<file path=ppt/slideMasters/_rels/slideMaster36.xml.rels><?xml version="1.0" encoding="UTF-8"?>
<Relationships xmlns="http://schemas.openxmlformats.org/package/2006/relationships"><Relationship Id="rId1" Type="http://schemas.openxmlformats.org/officeDocument/2006/relationships/theme" Target="../theme/theme36.xml"/><Relationship Id="rId2" Type="http://schemas.openxmlformats.org/officeDocument/2006/relationships/slideLayout" Target="../slideLayouts/slideLayout36.xml"/>
</Relationships>
</file>

<file path=ppt/slideMasters/_rels/slideMaster37.xml.rels><?xml version="1.0" encoding="UTF-8"?>
<Relationships xmlns="http://schemas.openxmlformats.org/package/2006/relationships"><Relationship Id="rId1" Type="http://schemas.openxmlformats.org/officeDocument/2006/relationships/theme" Target="../theme/theme37.xml"/><Relationship Id="rId2" Type="http://schemas.openxmlformats.org/officeDocument/2006/relationships/slideLayout" Target="../slideLayouts/slideLayout37.xml"/>
</Relationships>
</file>

<file path=ppt/slideMasters/_rels/slideMaster38.xml.rels><?xml version="1.0" encoding="UTF-8"?>
<Relationships xmlns="http://schemas.openxmlformats.org/package/2006/relationships"><Relationship Id="rId1" Type="http://schemas.openxmlformats.org/officeDocument/2006/relationships/theme" Target="../theme/theme38.xml"/><Relationship Id="rId2" Type="http://schemas.openxmlformats.org/officeDocument/2006/relationships/slideLayout" Target="../slideLayouts/slideLayout38.xml"/>
</Relationships>
</file>

<file path=ppt/slideMasters/_rels/slideMaster39.xml.rels><?xml version="1.0" encoding="UTF-8"?>
<Relationships xmlns="http://schemas.openxmlformats.org/package/2006/relationships"><Relationship Id="rId1" Type="http://schemas.openxmlformats.org/officeDocument/2006/relationships/theme" Target="../theme/theme39.xml"/><Relationship Id="rId2" Type="http://schemas.openxmlformats.org/officeDocument/2006/relationships/slideLayout" Target="../slideLayouts/slideLayout39.xml"/>
</Relationships>
</file>

<file path=ppt/slideMasters/_rels/slideMaster40.xml.rels><?xml version="1.0" encoding="UTF-8"?>
<Relationships xmlns="http://schemas.openxmlformats.org/package/2006/relationships"><Relationship Id="rId1" Type="http://schemas.openxmlformats.org/officeDocument/2006/relationships/theme" Target="../theme/theme40.xml"/><Relationship Id="rId2" Type="http://schemas.openxmlformats.org/officeDocument/2006/relationships/slideLayout" Target="../slideLayouts/slideLayout40.xml"/>
</Relationships>
</file>

<file path=ppt/slideMasters/_rels/slideMaster41.xml.rels><?xml version="1.0" encoding="UTF-8"?>
<Relationships xmlns="http://schemas.openxmlformats.org/package/2006/relationships"><Relationship Id="rId1" Type="http://schemas.openxmlformats.org/officeDocument/2006/relationships/theme" Target="../theme/theme41.xml"/><Relationship Id="rId2" Type="http://schemas.openxmlformats.org/officeDocument/2006/relationships/slideLayout" Target="../slideLayouts/slideLayout41.xml"/>
</Relationships>
</file>

<file path=ppt/slideMasters/_rels/slideMaster42.xml.rels><?xml version="1.0" encoding="UTF-8"?>
<Relationships xmlns="http://schemas.openxmlformats.org/package/2006/relationships"><Relationship Id="rId1" Type="http://schemas.openxmlformats.org/officeDocument/2006/relationships/theme" Target="../theme/theme42.xml"/><Relationship Id="rId2" Type="http://schemas.openxmlformats.org/officeDocument/2006/relationships/slideLayout" Target="../slideLayouts/slideLayout42.xml"/>
</Relationships>
</file>

<file path=ppt/slideMasters/_rels/slideMaster43.xml.rels><?xml version="1.0" encoding="UTF-8"?>
<Relationships xmlns="http://schemas.openxmlformats.org/package/2006/relationships"><Relationship Id="rId1" Type="http://schemas.openxmlformats.org/officeDocument/2006/relationships/theme" Target="../theme/theme43.xml"/><Relationship Id="rId2" Type="http://schemas.openxmlformats.org/officeDocument/2006/relationships/slideLayout" Target="../slideLayouts/slideLayout43.xml"/>
</Relationships>
</file>

<file path=ppt/slideMasters/_rels/slideMaster44.xml.rels><?xml version="1.0" encoding="UTF-8"?>
<Relationships xmlns="http://schemas.openxmlformats.org/package/2006/relationships"><Relationship Id="rId1" Type="http://schemas.openxmlformats.org/officeDocument/2006/relationships/theme" Target="../theme/theme44.xml"/><Relationship Id="rId2" Type="http://schemas.openxmlformats.org/officeDocument/2006/relationships/slideLayout" Target="../slideLayouts/slideLayout44.xml"/>
</Relationships>
</file>

<file path=ppt/slideMasters/_rels/slideMaster45.xml.rels><?xml version="1.0" encoding="UTF-8"?>
<Relationships xmlns="http://schemas.openxmlformats.org/package/2006/relationships"><Relationship Id="rId1" Type="http://schemas.openxmlformats.org/officeDocument/2006/relationships/theme" Target="../theme/theme45.xml"/><Relationship Id="rId2" Type="http://schemas.openxmlformats.org/officeDocument/2006/relationships/slideLayout" Target="../slideLayouts/slideLayout45.xml"/>
</Relationships>
</file>

<file path=ppt/slideMasters/_rels/slideMaster46.xml.rels><?xml version="1.0" encoding="UTF-8"?>
<Relationships xmlns="http://schemas.openxmlformats.org/package/2006/relationships"><Relationship Id="rId1" Type="http://schemas.openxmlformats.org/officeDocument/2006/relationships/theme" Target="../theme/theme46.xml"/><Relationship Id="rId2" Type="http://schemas.openxmlformats.org/officeDocument/2006/relationships/slideLayout" Target="../slideLayouts/slideLayout46.xml"/>
</Relationships>
</file>

<file path=ppt/slideMasters/_rels/slideMaster47.xml.rels><?xml version="1.0" encoding="UTF-8"?>
<Relationships xmlns="http://schemas.openxmlformats.org/package/2006/relationships"><Relationship Id="rId1" Type="http://schemas.openxmlformats.org/officeDocument/2006/relationships/theme" Target="../theme/theme47.xml"/><Relationship Id="rId2" Type="http://schemas.openxmlformats.org/officeDocument/2006/relationships/slideLayout" Target="../slideLayouts/slideLayout47.xml"/>
</Relationships>
</file>

<file path=ppt/slideMasters/_rels/slideMaster48.xml.rels><?xml version="1.0" encoding="UTF-8"?>
<Relationships xmlns="http://schemas.openxmlformats.org/package/2006/relationships"><Relationship Id="rId1" Type="http://schemas.openxmlformats.org/officeDocument/2006/relationships/theme" Target="../theme/theme48.xml"/><Relationship Id="rId2" Type="http://schemas.openxmlformats.org/officeDocument/2006/relationships/slideLayout" Target="../slideLayouts/slideLayout48.xml"/>
</Relationships>
</file>

<file path=ppt/slideMasters/_rels/slideMaster49.xml.rels><?xml version="1.0" encoding="UTF-8"?>
<Relationships xmlns="http://schemas.openxmlformats.org/package/2006/relationships"><Relationship Id="rId1" Type="http://schemas.openxmlformats.org/officeDocument/2006/relationships/theme" Target="../theme/theme49.xml"/><Relationship Id="rId2" Type="http://schemas.openxmlformats.org/officeDocument/2006/relationships/slideLayout" Target="../slideLayouts/slideLayout49.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CustomShape 1" hidden="1"/>
          <p:cNvSpPr/>
          <p:nvPr/>
        </p:nvSpPr>
        <p:spPr>
          <a:xfrm>
            <a:off x="499320" y="5945040"/>
            <a:ext cx="4936320" cy="916920"/>
          </a:xfrm>
          <a:custGeom>
            <a:avLst/>
            <a:gdLst>
              <a:gd name="textAreaLeft" fmla="*/ 0 w 4936320"/>
              <a:gd name="textAreaRight" fmla="*/ 4937400 w 4936320"/>
              <a:gd name="textAreaTop" fmla="*/ 0 h 916920"/>
              <a:gd name="textAreaBottom" fmla="*/ 918000 h 916920"/>
            </a:gdLst>
            <a:ahLst/>
            <a:rect l="textAreaLeft" t="textAreaTop" r="textAreaRight" b="textAreaBottom"/>
            <a:pathLst>
              <a:path w="7485" h="337">
                <a:moveTo>
                  <a:pt x="0" y="2"/>
                </a:moveTo>
                <a:lnTo>
                  <a:pt x="7485" y="337"/>
                </a:lnTo>
                <a:lnTo>
                  <a:pt x="5558" y="337"/>
                </a:lnTo>
                <a:lnTo>
                  <a:pt x="1" y="0"/>
                </a:lnTo>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1" name="CustomShape 2" hidden="1"/>
          <p:cNvSpPr/>
          <p:nvPr/>
        </p:nvSpPr>
        <p:spPr>
          <a:xfrm>
            <a:off x="485640" y="5938920"/>
            <a:ext cx="3686040" cy="929160"/>
          </a:xfrm>
          <a:custGeom>
            <a:avLst/>
            <a:gdLst>
              <a:gd name="textAreaLeft" fmla="*/ 0 w 3686040"/>
              <a:gd name="textAreaRight" fmla="*/ 3687120 w 3686040"/>
              <a:gd name="textAreaTop" fmla="*/ 0 h 929160"/>
              <a:gd name="textAreaBottom" fmla="*/ 930240 h 929160"/>
            </a:gdLst>
            <a:ahLst/>
            <a:rect l="textAreaLeft" t="textAreaTop" r="textAreaRight" b="textAreaBottom"/>
            <a:pathLst>
              <a:path w="5591" h="588">
                <a:moveTo>
                  <a:pt x="0" y="0"/>
                </a:moveTo>
                <a:lnTo>
                  <a:pt x="5591" y="585"/>
                </a:lnTo>
                <a:lnTo>
                  <a:pt x="4415" y="588"/>
                </a:lnTo>
                <a:lnTo>
                  <a:pt x="12" y="4"/>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2" name="CustomShape 3" hidden="1"/>
          <p:cNvSpPr/>
          <p:nvPr/>
        </p:nvSpPr>
        <p:spPr>
          <a:xfrm>
            <a:off x="-6120" y="5791320"/>
            <a:ext cx="3398040" cy="1076400"/>
          </a:xfrm>
          <a:prstGeom prst="rtTriangle">
            <a:avLst/>
          </a:prstGeom>
          <a:blipFill rotWithShape="0">
            <a:blip r:embed="rId2">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3" name="Line 4"/>
          <p:cNvSpPr/>
          <p:nvPr/>
        </p:nvSpPr>
        <p:spPr>
          <a:xfrm>
            <a:off x="-9000" y="5787720"/>
            <a:ext cx="3405240" cy="108432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sp>
        <p:nvSpPr>
          <p:cNvPr id="4" name="CustomShape 5"/>
          <p:cNvSpPr/>
          <p:nvPr/>
        </p:nvSpPr>
        <p:spPr>
          <a:xfrm>
            <a:off x="0" y="4664160"/>
            <a:ext cx="9146880" cy="360"/>
          </a:xfrm>
          <a:prstGeom prst="rtTriangle">
            <a:avLst/>
          </a:prstGeom>
          <a:gradFill rotWithShape="0">
            <a:gsLst>
              <a:gs pos="0">
                <a:srgbClr val="007795"/>
              </a:gs>
              <a:gs pos="100000">
                <a:srgbClr val="4bbade"/>
              </a:gs>
            </a:gsLst>
            <a:lin ang="3000000"/>
          </a:grad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4640" bIns="-44640" anchor="t">
            <a:noAutofit/>
          </a:bodyPr>
          <a:p>
            <a:pPr>
              <a:lnSpc>
                <a:spcPct val="100000"/>
              </a:lnSpc>
            </a:pPr>
            <a:endParaRPr b="0" lang="fr-FR" sz="1800" spc="-1" strike="noStrike">
              <a:solidFill>
                <a:srgbClr val="000000"/>
              </a:solidFill>
              <a:latin typeface="Arial"/>
              <a:ea typeface="DejaVu Sans"/>
            </a:endParaRPr>
          </a:p>
        </p:txBody>
      </p:sp>
      <p:grpSp>
        <p:nvGrpSpPr>
          <p:cNvPr id="5" name="Group 7"/>
          <p:cNvGrpSpPr/>
          <p:nvPr/>
        </p:nvGrpSpPr>
        <p:grpSpPr>
          <a:xfrm>
            <a:off x="-3600" y="4952880"/>
            <a:ext cx="9147600" cy="1908000"/>
            <a:chOff x="-3600" y="4952880"/>
            <a:chExt cx="9147600" cy="1908000"/>
          </a:xfrm>
        </p:grpSpPr>
        <p:sp>
          <p:nvSpPr>
            <p:cNvPr id="6" name="CustomShape 8"/>
            <p:cNvSpPr/>
            <p:nvPr/>
          </p:nvSpPr>
          <p:spPr>
            <a:xfrm>
              <a:off x="1687680" y="4952880"/>
              <a:ext cx="7452000" cy="483840"/>
            </a:xfrm>
            <a:custGeom>
              <a:avLst/>
              <a:gdLst>
                <a:gd name="textAreaLeft" fmla="*/ 0 w 7452000"/>
                <a:gd name="textAreaRight" fmla="*/ 7453080 w 7452000"/>
                <a:gd name="textAreaTop" fmla="*/ 0 h 483840"/>
                <a:gd name="textAreaBottom" fmla="*/ 484920 h 483840"/>
              </a:gdLst>
              <a:ahLst/>
              <a:rect l="textAreaLeft" t="textAreaTop" r="textAreaRight" b="textAreaBottom"/>
              <a:pathLst>
                <a:path w="4697" h="367">
                  <a:moveTo>
                    <a:pt x="4697" y="0"/>
                  </a:moveTo>
                  <a:lnTo>
                    <a:pt x="4697" y="367"/>
                  </a:lnTo>
                  <a:lnTo>
                    <a:pt x="0" y="218"/>
                  </a:lnTo>
                  <a:lnTo>
                    <a:pt x="4697" y="0"/>
                  </a:lnTo>
                  <a:close/>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7" name="CustomShape 9"/>
            <p:cNvSpPr/>
            <p:nvPr/>
          </p:nvSpPr>
          <p:spPr>
            <a:xfrm>
              <a:off x="35280" y="5237640"/>
              <a:ext cx="9104400" cy="784440"/>
            </a:xfrm>
            <a:custGeom>
              <a:avLst/>
              <a:gdLst>
                <a:gd name="textAreaLeft" fmla="*/ 0 w 9104400"/>
                <a:gd name="textAreaRight" fmla="*/ 9105480 w 9104400"/>
                <a:gd name="textAreaTop" fmla="*/ 0 h 784440"/>
                <a:gd name="textAreaBottom" fmla="*/ 785520 h 784440"/>
              </a:gdLst>
              <a:ahLst/>
              <a:rect l="textAreaLeft" t="textAreaTop" r="textAreaRight" b="textAreaBottom"/>
              <a:pathLst>
                <a:path w="5760" h="528">
                  <a:moveTo>
                    <a:pt x="0" y="0"/>
                  </a:moveTo>
                  <a:lnTo>
                    <a:pt x="5760" y="0"/>
                  </a:lnTo>
                  <a:lnTo>
                    <a:pt x="5760" y="528"/>
                  </a:lnTo>
                  <a:lnTo>
                    <a:pt x="48" y="0"/>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8" name="CustomShape 10"/>
            <p:cNvSpPr/>
            <p:nvPr/>
          </p:nvSpPr>
          <p:spPr>
            <a:xfrm>
              <a:off x="0" y="5001120"/>
              <a:ext cx="9139680" cy="1859760"/>
            </a:xfrm>
            <a:custGeom>
              <a:avLst/>
              <a:gdLst>
                <a:gd name="textAreaLeft" fmla="*/ 0 w 9139680"/>
                <a:gd name="textAreaRight" fmla="*/ 9140760 w 9139680"/>
                <a:gd name="textAreaTop" fmla="*/ 0 h 1859760"/>
                <a:gd name="textAreaBottom" fmla="*/ 1860840 h 1859760"/>
              </a:gdLst>
              <a:ahLst/>
              <a:rect l="textAreaLeft" t="textAreaTop" r="textAreaRight" b="textAreaBottom"/>
              <a:pathLst>
                <a:path w="5760" h="1248">
                  <a:moveTo>
                    <a:pt x="0" y="0"/>
                  </a:moveTo>
                  <a:lnTo>
                    <a:pt x="0" y="1248"/>
                  </a:lnTo>
                  <a:lnTo>
                    <a:pt x="5760" y="1248"/>
                  </a:lnTo>
                  <a:lnTo>
                    <a:pt x="5760" y="528"/>
                  </a:lnTo>
                  <a:lnTo>
                    <a:pt x="0" y="0"/>
                  </a:lnTo>
                  <a:close/>
                </a:path>
              </a:pathLst>
            </a:custGeom>
            <a:blipFill rotWithShape="0">
              <a:blip r:embed="rId3">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9" name="Line 11"/>
            <p:cNvSpPr/>
            <p:nvPr/>
          </p:nvSpPr>
          <p:spPr>
            <a:xfrm>
              <a:off x="-3600" y="4997520"/>
              <a:ext cx="9147600" cy="79020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grpSp>
      <p:sp>
        <p:nvSpPr>
          <p:cNvPr id="1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11"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12"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fontScale="98333"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13"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 name="CustomShape 1" hidden="1"/>
          <p:cNvSpPr/>
          <p:nvPr/>
        </p:nvSpPr>
        <p:spPr>
          <a:xfrm>
            <a:off x="499320" y="5945040"/>
            <a:ext cx="4936320" cy="916920"/>
          </a:xfrm>
          <a:custGeom>
            <a:avLst/>
            <a:gdLst>
              <a:gd name="textAreaLeft" fmla="*/ 0 w 4936320"/>
              <a:gd name="textAreaRight" fmla="*/ 4937400 w 4936320"/>
              <a:gd name="textAreaTop" fmla="*/ 0 h 916920"/>
              <a:gd name="textAreaBottom" fmla="*/ 918000 h 916920"/>
            </a:gdLst>
            <a:ahLst/>
            <a:rect l="textAreaLeft" t="textAreaTop" r="textAreaRight" b="textAreaBottom"/>
            <a:pathLst>
              <a:path w="7485" h="337">
                <a:moveTo>
                  <a:pt x="0" y="2"/>
                </a:moveTo>
                <a:lnTo>
                  <a:pt x="7485" y="337"/>
                </a:lnTo>
                <a:lnTo>
                  <a:pt x="5558" y="337"/>
                </a:lnTo>
                <a:lnTo>
                  <a:pt x="1" y="0"/>
                </a:lnTo>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19" name="CustomShape 2" hidden="1"/>
          <p:cNvSpPr/>
          <p:nvPr/>
        </p:nvSpPr>
        <p:spPr>
          <a:xfrm>
            <a:off x="485640" y="5938920"/>
            <a:ext cx="3686040" cy="929160"/>
          </a:xfrm>
          <a:custGeom>
            <a:avLst/>
            <a:gdLst>
              <a:gd name="textAreaLeft" fmla="*/ 0 w 3686040"/>
              <a:gd name="textAreaRight" fmla="*/ 3687120 w 3686040"/>
              <a:gd name="textAreaTop" fmla="*/ 0 h 929160"/>
              <a:gd name="textAreaBottom" fmla="*/ 930240 h 929160"/>
            </a:gdLst>
            <a:ahLst/>
            <a:rect l="textAreaLeft" t="textAreaTop" r="textAreaRight" b="textAreaBottom"/>
            <a:pathLst>
              <a:path w="5591" h="588">
                <a:moveTo>
                  <a:pt x="0" y="0"/>
                </a:moveTo>
                <a:lnTo>
                  <a:pt x="5591" y="585"/>
                </a:lnTo>
                <a:lnTo>
                  <a:pt x="4415" y="588"/>
                </a:lnTo>
                <a:lnTo>
                  <a:pt x="12" y="4"/>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20" name="CustomShape 3" hidden="1"/>
          <p:cNvSpPr/>
          <p:nvPr/>
        </p:nvSpPr>
        <p:spPr>
          <a:xfrm>
            <a:off x="-6120" y="5791320"/>
            <a:ext cx="3398040" cy="1076400"/>
          </a:xfrm>
          <a:prstGeom prst="rtTriangle">
            <a:avLst/>
          </a:prstGeom>
          <a:blipFill rotWithShape="0">
            <a:blip r:embed="rId2">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21" name="Line 4"/>
          <p:cNvSpPr/>
          <p:nvPr/>
        </p:nvSpPr>
        <p:spPr>
          <a:xfrm>
            <a:off x="-9000" y="5787720"/>
            <a:ext cx="3405240" cy="108432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sp>
        <p:nvSpPr>
          <p:cNvPr id="22" name="CustomShape 5"/>
          <p:cNvSpPr/>
          <p:nvPr/>
        </p:nvSpPr>
        <p:spPr>
          <a:xfrm>
            <a:off x="0" y="4664160"/>
            <a:ext cx="9146880" cy="360"/>
          </a:xfrm>
          <a:prstGeom prst="rtTriangle">
            <a:avLst/>
          </a:prstGeom>
          <a:gradFill rotWithShape="0">
            <a:gsLst>
              <a:gs pos="0">
                <a:srgbClr val="007795"/>
              </a:gs>
              <a:gs pos="100000">
                <a:srgbClr val="4bbade"/>
              </a:gs>
            </a:gsLst>
            <a:lin ang="3000000"/>
          </a:grad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4640" bIns="-44640" anchor="t">
            <a:noAutofit/>
          </a:bodyPr>
          <a:p>
            <a:pPr>
              <a:lnSpc>
                <a:spcPct val="100000"/>
              </a:lnSpc>
            </a:pPr>
            <a:endParaRPr b="0" lang="fr-FR" sz="1800" spc="-1" strike="noStrike">
              <a:solidFill>
                <a:srgbClr val="000000"/>
              </a:solidFill>
              <a:latin typeface="Arial"/>
              <a:ea typeface="DejaVu Sans"/>
            </a:endParaRPr>
          </a:p>
        </p:txBody>
      </p:sp>
      <p:grpSp>
        <p:nvGrpSpPr>
          <p:cNvPr id="23" name="Group 7"/>
          <p:cNvGrpSpPr/>
          <p:nvPr/>
        </p:nvGrpSpPr>
        <p:grpSpPr>
          <a:xfrm>
            <a:off x="-3600" y="4952880"/>
            <a:ext cx="9147600" cy="1908000"/>
            <a:chOff x="-3600" y="4952880"/>
            <a:chExt cx="9147600" cy="1908000"/>
          </a:xfrm>
        </p:grpSpPr>
        <p:sp>
          <p:nvSpPr>
            <p:cNvPr id="24" name="CustomShape 8"/>
            <p:cNvSpPr/>
            <p:nvPr/>
          </p:nvSpPr>
          <p:spPr>
            <a:xfrm>
              <a:off x="1687680" y="4952880"/>
              <a:ext cx="7452000" cy="483840"/>
            </a:xfrm>
            <a:custGeom>
              <a:avLst/>
              <a:gdLst>
                <a:gd name="textAreaLeft" fmla="*/ 0 w 7452000"/>
                <a:gd name="textAreaRight" fmla="*/ 7453080 w 7452000"/>
                <a:gd name="textAreaTop" fmla="*/ 0 h 483840"/>
                <a:gd name="textAreaBottom" fmla="*/ 484920 h 483840"/>
              </a:gdLst>
              <a:ahLst/>
              <a:rect l="textAreaLeft" t="textAreaTop" r="textAreaRight" b="textAreaBottom"/>
              <a:pathLst>
                <a:path w="4697" h="367">
                  <a:moveTo>
                    <a:pt x="4697" y="0"/>
                  </a:moveTo>
                  <a:lnTo>
                    <a:pt x="4697" y="367"/>
                  </a:lnTo>
                  <a:lnTo>
                    <a:pt x="0" y="218"/>
                  </a:lnTo>
                  <a:lnTo>
                    <a:pt x="4697" y="0"/>
                  </a:lnTo>
                  <a:close/>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25" name="CustomShape 9"/>
            <p:cNvSpPr/>
            <p:nvPr/>
          </p:nvSpPr>
          <p:spPr>
            <a:xfrm>
              <a:off x="35280" y="5237640"/>
              <a:ext cx="9104400" cy="784440"/>
            </a:xfrm>
            <a:custGeom>
              <a:avLst/>
              <a:gdLst>
                <a:gd name="textAreaLeft" fmla="*/ 0 w 9104400"/>
                <a:gd name="textAreaRight" fmla="*/ 9105480 w 9104400"/>
                <a:gd name="textAreaTop" fmla="*/ 0 h 784440"/>
                <a:gd name="textAreaBottom" fmla="*/ 785520 h 784440"/>
              </a:gdLst>
              <a:ahLst/>
              <a:rect l="textAreaLeft" t="textAreaTop" r="textAreaRight" b="textAreaBottom"/>
              <a:pathLst>
                <a:path w="5760" h="528">
                  <a:moveTo>
                    <a:pt x="0" y="0"/>
                  </a:moveTo>
                  <a:lnTo>
                    <a:pt x="5760" y="0"/>
                  </a:lnTo>
                  <a:lnTo>
                    <a:pt x="5760" y="528"/>
                  </a:lnTo>
                  <a:lnTo>
                    <a:pt x="48" y="0"/>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26" name="CustomShape 10"/>
            <p:cNvSpPr/>
            <p:nvPr/>
          </p:nvSpPr>
          <p:spPr>
            <a:xfrm>
              <a:off x="0" y="5001120"/>
              <a:ext cx="9139680" cy="1859760"/>
            </a:xfrm>
            <a:custGeom>
              <a:avLst/>
              <a:gdLst>
                <a:gd name="textAreaLeft" fmla="*/ 0 w 9139680"/>
                <a:gd name="textAreaRight" fmla="*/ 9140760 w 9139680"/>
                <a:gd name="textAreaTop" fmla="*/ 0 h 1859760"/>
                <a:gd name="textAreaBottom" fmla="*/ 1860840 h 1859760"/>
              </a:gdLst>
              <a:ahLst/>
              <a:rect l="textAreaLeft" t="textAreaTop" r="textAreaRight" b="textAreaBottom"/>
              <a:pathLst>
                <a:path w="5760" h="1248">
                  <a:moveTo>
                    <a:pt x="0" y="0"/>
                  </a:moveTo>
                  <a:lnTo>
                    <a:pt x="0" y="1248"/>
                  </a:lnTo>
                  <a:lnTo>
                    <a:pt x="5760" y="1248"/>
                  </a:lnTo>
                  <a:lnTo>
                    <a:pt x="5760" y="528"/>
                  </a:lnTo>
                  <a:lnTo>
                    <a:pt x="0" y="0"/>
                  </a:lnTo>
                  <a:close/>
                </a:path>
              </a:pathLst>
            </a:custGeom>
            <a:blipFill rotWithShape="0">
              <a:blip r:embed="rId3">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27" name="Line 11"/>
            <p:cNvSpPr/>
            <p:nvPr/>
          </p:nvSpPr>
          <p:spPr>
            <a:xfrm>
              <a:off x="-3600" y="4997520"/>
              <a:ext cx="9147600" cy="79020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grpSp>
      <p:sp>
        <p:nvSpPr>
          <p:cNvPr id="2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29"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fontScale="98333"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30"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31" name="PlaceHolder 4"/>
          <p:cNvSpPr>
            <a:spLocks noGrp="1"/>
          </p:cNvSpPr>
          <p:nvPr>
            <p:ph type="body"/>
          </p:nvPr>
        </p:nvSpPr>
        <p:spPr>
          <a:xfrm>
            <a:off x="467424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 name="CustomShape 1" hidden="1"/>
          <p:cNvSpPr/>
          <p:nvPr/>
        </p:nvSpPr>
        <p:spPr>
          <a:xfrm>
            <a:off x="499320" y="5945040"/>
            <a:ext cx="4936320" cy="916920"/>
          </a:xfrm>
          <a:custGeom>
            <a:avLst/>
            <a:gdLst>
              <a:gd name="textAreaLeft" fmla="*/ 0 w 4936320"/>
              <a:gd name="textAreaRight" fmla="*/ 4937400 w 4936320"/>
              <a:gd name="textAreaTop" fmla="*/ 0 h 916920"/>
              <a:gd name="textAreaBottom" fmla="*/ 918000 h 916920"/>
            </a:gdLst>
            <a:ahLst/>
            <a:rect l="textAreaLeft" t="textAreaTop" r="textAreaRight" b="textAreaBottom"/>
            <a:pathLst>
              <a:path w="7485" h="337">
                <a:moveTo>
                  <a:pt x="0" y="2"/>
                </a:moveTo>
                <a:lnTo>
                  <a:pt x="7485" y="337"/>
                </a:lnTo>
                <a:lnTo>
                  <a:pt x="5558" y="337"/>
                </a:lnTo>
                <a:lnTo>
                  <a:pt x="1" y="0"/>
                </a:lnTo>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37" name="CustomShape 2" hidden="1"/>
          <p:cNvSpPr/>
          <p:nvPr/>
        </p:nvSpPr>
        <p:spPr>
          <a:xfrm>
            <a:off x="485640" y="5938920"/>
            <a:ext cx="3686040" cy="929160"/>
          </a:xfrm>
          <a:custGeom>
            <a:avLst/>
            <a:gdLst>
              <a:gd name="textAreaLeft" fmla="*/ 0 w 3686040"/>
              <a:gd name="textAreaRight" fmla="*/ 3687120 w 3686040"/>
              <a:gd name="textAreaTop" fmla="*/ 0 h 929160"/>
              <a:gd name="textAreaBottom" fmla="*/ 930240 h 929160"/>
            </a:gdLst>
            <a:ahLst/>
            <a:rect l="textAreaLeft" t="textAreaTop" r="textAreaRight" b="textAreaBottom"/>
            <a:pathLst>
              <a:path w="5591" h="588">
                <a:moveTo>
                  <a:pt x="0" y="0"/>
                </a:moveTo>
                <a:lnTo>
                  <a:pt x="5591" y="585"/>
                </a:lnTo>
                <a:lnTo>
                  <a:pt x="4415" y="588"/>
                </a:lnTo>
                <a:lnTo>
                  <a:pt x="12" y="4"/>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38" name="CustomShape 3" hidden="1"/>
          <p:cNvSpPr/>
          <p:nvPr/>
        </p:nvSpPr>
        <p:spPr>
          <a:xfrm>
            <a:off x="-6120" y="5791320"/>
            <a:ext cx="3398040" cy="1076400"/>
          </a:xfrm>
          <a:prstGeom prst="rtTriangle">
            <a:avLst/>
          </a:prstGeom>
          <a:blipFill rotWithShape="0">
            <a:blip r:embed="rId2">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39" name="Line 4"/>
          <p:cNvSpPr/>
          <p:nvPr/>
        </p:nvSpPr>
        <p:spPr>
          <a:xfrm>
            <a:off x="-9000" y="5787720"/>
            <a:ext cx="3405240" cy="108432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sp>
        <p:nvSpPr>
          <p:cNvPr id="40" name="CustomShape 5"/>
          <p:cNvSpPr/>
          <p:nvPr/>
        </p:nvSpPr>
        <p:spPr>
          <a:xfrm>
            <a:off x="0" y="4664160"/>
            <a:ext cx="9146880" cy="360"/>
          </a:xfrm>
          <a:prstGeom prst="rtTriangle">
            <a:avLst/>
          </a:prstGeom>
          <a:gradFill rotWithShape="0">
            <a:gsLst>
              <a:gs pos="0">
                <a:srgbClr val="007795"/>
              </a:gs>
              <a:gs pos="100000">
                <a:srgbClr val="4bbade"/>
              </a:gs>
            </a:gsLst>
            <a:lin ang="3000000"/>
          </a:grad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4640" bIns="-44640" anchor="t">
            <a:noAutofit/>
          </a:bodyPr>
          <a:p>
            <a:pPr>
              <a:lnSpc>
                <a:spcPct val="100000"/>
              </a:lnSpc>
            </a:pPr>
            <a:endParaRPr b="0" lang="fr-FR" sz="1800" spc="-1" strike="noStrike">
              <a:solidFill>
                <a:srgbClr val="000000"/>
              </a:solidFill>
              <a:latin typeface="Arial"/>
              <a:ea typeface="DejaVu Sans"/>
            </a:endParaRPr>
          </a:p>
        </p:txBody>
      </p:sp>
      <p:grpSp>
        <p:nvGrpSpPr>
          <p:cNvPr id="41" name="Group 7"/>
          <p:cNvGrpSpPr/>
          <p:nvPr/>
        </p:nvGrpSpPr>
        <p:grpSpPr>
          <a:xfrm>
            <a:off x="-3600" y="4952880"/>
            <a:ext cx="9147600" cy="1908000"/>
            <a:chOff x="-3600" y="4952880"/>
            <a:chExt cx="9147600" cy="1908000"/>
          </a:xfrm>
        </p:grpSpPr>
        <p:sp>
          <p:nvSpPr>
            <p:cNvPr id="42" name="CustomShape 8"/>
            <p:cNvSpPr/>
            <p:nvPr/>
          </p:nvSpPr>
          <p:spPr>
            <a:xfrm>
              <a:off x="1687680" y="4952880"/>
              <a:ext cx="7452000" cy="483840"/>
            </a:xfrm>
            <a:custGeom>
              <a:avLst/>
              <a:gdLst>
                <a:gd name="textAreaLeft" fmla="*/ 0 w 7452000"/>
                <a:gd name="textAreaRight" fmla="*/ 7453080 w 7452000"/>
                <a:gd name="textAreaTop" fmla="*/ 0 h 483840"/>
                <a:gd name="textAreaBottom" fmla="*/ 484920 h 483840"/>
              </a:gdLst>
              <a:ahLst/>
              <a:rect l="textAreaLeft" t="textAreaTop" r="textAreaRight" b="textAreaBottom"/>
              <a:pathLst>
                <a:path w="4697" h="367">
                  <a:moveTo>
                    <a:pt x="4697" y="0"/>
                  </a:moveTo>
                  <a:lnTo>
                    <a:pt x="4697" y="367"/>
                  </a:lnTo>
                  <a:lnTo>
                    <a:pt x="0" y="218"/>
                  </a:lnTo>
                  <a:lnTo>
                    <a:pt x="4697" y="0"/>
                  </a:lnTo>
                  <a:close/>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43" name="CustomShape 9"/>
            <p:cNvSpPr/>
            <p:nvPr/>
          </p:nvSpPr>
          <p:spPr>
            <a:xfrm>
              <a:off x="35280" y="5237640"/>
              <a:ext cx="9104400" cy="784440"/>
            </a:xfrm>
            <a:custGeom>
              <a:avLst/>
              <a:gdLst>
                <a:gd name="textAreaLeft" fmla="*/ 0 w 9104400"/>
                <a:gd name="textAreaRight" fmla="*/ 9105480 w 9104400"/>
                <a:gd name="textAreaTop" fmla="*/ 0 h 784440"/>
                <a:gd name="textAreaBottom" fmla="*/ 785520 h 784440"/>
              </a:gdLst>
              <a:ahLst/>
              <a:rect l="textAreaLeft" t="textAreaTop" r="textAreaRight" b="textAreaBottom"/>
              <a:pathLst>
                <a:path w="5760" h="528">
                  <a:moveTo>
                    <a:pt x="0" y="0"/>
                  </a:moveTo>
                  <a:lnTo>
                    <a:pt x="5760" y="0"/>
                  </a:lnTo>
                  <a:lnTo>
                    <a:pt x="5760" y="528"/>
                  </a:lnTo>
                  <a:lnTo>
                    <a:pt x="48" y="0"/>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44" name="CustomShape 10"/>
            <p:cNvSpPr/>
            <p:nvPr/>
          </p:nvSpPr>
          <p:spPr>
            <a:xfrm>
              <a:off x="0" y="5001120"/>
              <a:ext cx="9139680" cy="1859760"/>
            </a:xfrm>
            <a:custGeom>
              <a:avLst/>
              <a:gdLst>
                <a:gd name="textAreaLeft" fmla="*/ 0 w 9139680"/>
                <a:gd name="textAreaRight" fmla="*/ 9140760 w 9139680"/>
                <a:gd name="textAreaTop" fmla="*/ 0 h 1859760"/>
                <a:gd name="textAreaBottom" fmla="*/ 1860840 h 1859760"/>
              </a:gdLst>
              <a:ahLst/>
              <a:rect l="textAreaLeft" t="textAreaTop" r="textAreaRight" b="textAreaBottom"/>
              <a:pathLst>
                <a:path w="5760" h="1248">
                  <a:moveTo>
                    <a:pt x="0" y="0"/>
                  </a:moveTo>
                  <a:lnTo>
                    <a:pt x="0" y="1248"/>
                  </a:lnTo>
                  <a:lnTo>
                    <a:pt x="5760" y="1248"/>
                  </a:lnTo>
                  <a:lnTo>
                    <a:pt x="5760" y="528"/>
                  </a:lnTo>
                  <a:lnTo>
                    <a:pt x="0" y="0"/>
                  </a:lnTo>
                  <a:close/>
                </a:path>
              </a:pathLst>
            </a:custGeom>
            <a:blipFill rotWithShape="0">
              <a:blip r:embed="rId3">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45" name="Line 11"/>
            <p:cNvSpPr/>
            <p:nvPr/>
          </p:nvSpPr>
          <p:spPr>
            <a:xfrm>
              <a:off x="-3600" y="4997520"/>
              <a:ext cx="9147600" cy="79020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grpSp>
      <p:sp>
        <p:nvSpPr>
          <p:cNvPr id="4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47"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48"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49" name="PlaceHolder 4"/>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 name="CustomShape 1" hidden="1"/>
          <p:cNvSpPr/>
          <p:nvPr/>
        </p:nvSpPr>
        <p:spPr>
          <a:xfrm>
            <a:off x="499320" y="5945040"/>
            <a:ext cx="4936320" cy="916920"/>
          </a:xfrm>
          <a:custGeom>
            <a:avLst/>
            <a:gdLst>
              <a:gd name="textAreaLeft" fmla="*/ 0 w 4936320"/>
              <a:gd name="textAreaRight" fmla="*/ 4937400 w 4936320"/>
              <a:gd name="textAreaTop" fmla="*/ 0 h 916920"/>
              <a:gd name="textAreaBottom" fmla="*/ 918000 h 916920"/>
            </a:gdLst>
            <a:ahLst/>
            <a:rect l="textAreaLeft" t="textAreaTop" r="textAreaRight" b="textAreaBottom"/>
            <a:pathLst>
              <a:path w="7485" h="337">
                <a:moveTo>
                  <a:pt x="0" y="2"/>
                </a:moveTo>
                <a:lnTo>
                  <a:pt x="7485" y="337"/>
                </a:lnTo>
                <a:lnTo>
                  <a:pt x="5558" y="337"/>
                </a:lnTo>
                <a:lnTo>
                  <a:pt x="1" y="0"/>
                </a:lnTo>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55" name="CustomShape 2" hidden="1"/>
          <p:cNvSpPr/>
          <p:nvPr/>
        </p:nvSpPr>
        <p:spPr>
          <a:xfrm>
            <a:off x="485640" y="5938920"/>
            <a:ext cx="3686040" cy="929160"/>
          </a:xfrm>
          <a:custGeom>
            <a:avLst/>
            <a:gdLst>
              <a:gd name="textAreaLeft" fmla="*/ 0 w 3686040"/>
              <a:gd name="textAreaRight" fmla="*/ 3687120 w 3686040"/>
              <a:gd name="textAreaTop" fmla="*/ 0 h 929160"/>
              <a:gd name="textAreaBottom" fmla="*/ 930240 h 929160"/>
            </a:gdLst>
            <a:ahLst/>
            <a:rect l="textAreaLeft" t="textAreaTop" r="textAreaRight" b="textAreaBottom"/>
            <a:pathLst>
              <a:path w="5591" h="588">
                <a:moveTo>
                  <a:pt x="0" y="0"/>
                </a:moveTo>
                <a:lnTo>
                  <a:pt x="5591" y="585"/>
                </a:lnTo>
                <a:lnTo>
                  <a:pt x="4415" y="588"/>
                </a:lnTo>
                <a:lnTo>
                  <a:pt x="12" y="4"/>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56" name="CustomShape 3" hidden="1"/>
          <p:cNvSpPr/>
          <p:nvPr/>
        </p:nvSpPr>
        <p:spPr>
          <a:xfrm>
            <a:off x="-6120" y="5791320"/>
            <a:ext cx="3398040" cy="1076400"/>
          </a:xfrm>
          <a:prstGeom prst="rtTriangle">
            <a:avLst/>
          </a:prstGeom>
          <a:blipFill rotWithShape="0">
            <a:blip r:embed="rId2">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57" name="Line 4"/>
          <p:cNvSpPr/>
          <p:nvPr/>
        </p:nvSpPr>
        <p:spPr>
          <a:xfrm>
            <a:off x="-9000" y="5787720"/>
            <a:ext cx="3405240" cy="108432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sp>
        <p:nvSpPr>
          <p:cNvPr id="58" name="CustomShape 5"/>
          <p:cNvSpPr/>
          <p:nvPr/>
        </p:nvSpPr>
        <p:spPr>
          <a:xfrm>
            <a:off x="0" y="4664160"/>
            <a:ext cx="9146880" cy="360"/>
          </a:xfrm>
          <a:prstGeom prst="rtTriangle">
            <a:avLst/>
          </a:prstGeom>
          <a:gradFill rotWithShape="0">
            <a:gsLst>
              <a:gs pos="0">
                <a:srgbClr val="007795"/>
              </a:gs>
              <a:gs pos="100000">
                <a:srgbClr val="4bbade"/>
              </a:gs>
            </a:gsLst>
            <a:lin ang="3000000"/>
          </a:grad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4640" bIns="-44640" anchor="t">
            <a:noAutofit/>
          </a:bodyPr>
          <a:p>
            <a:pPr>
              <a:lnSpc>
                <a:spcPct val="100000"/>
              </a:lnSpc>
            </a:pPr>
            <a:endParaRPr b="0" lang="fr-FR" sz="1800" spc="-1" strike="noStrike">
              <a:solidFill>
                <a:srgbClr val="000000"/>
              </a:solidFill>
              <a:latin typeface="Arial"/>
              <a:ea typeface="DejaVu Sans"/>
            </a:endParaRPr>
          </a:p>
        </p:txBody>
      </p:sp>
      <p:grpSp>
        <p:nvGrpSpPr>
          <p:cNvPr id="59" name="Group 7"/>
          <p:cNvGrpSpPr/>
          <p:nvPr/>
        </p:nvGrpSpPr>
        <p:grpSpPr>
          <a:xfrm>
            <a:off x="-3600" y="4952880"/>
            <a:ext cx="9147600" cy="1908000"/>
            <a:chOff x="-3600" y="4952880"/>
            <a:chExt cx="9147600" cy="1908000"/>
          </a:xfrm>
        </p:grpSpPr>
        <p:sp>
          <p:nvSpPr>
            <p:cNvPr id="60" name="CustomShape 8"/>
            <p:cNvSpPr/>
            <p:nvPr/>
          </p:nvSpPr>
          <p:spPr>
            <a:xfrm>
              <a:off x="1687680" y="4952880"/>
              <a:ext cx="7452000" cy="483840"/>
            </a:xfrm>
            <a:custGeom>
              <a:avLst/>
              <a:gdLst>
                <a:gd name="textAreaLeft" fmla="*/ 0 w 7452000"/>
                <a:gd name="textAreaRight" fmla="*/ 7453080 w 7452000"/>
                <a:gd name="textAreaTop" fmla="*/ 0 h 483840"/>
                <a:gd name="textAreaBottom" fmla="*/ 484920 h 483840"/>
              </a:gdLst>
              <a:ahLst/>
              <a:rect l="textAreaLeft" t="textAreaTop" r="textAreaRight" b="textAreaBottom"/>
              <a:pathLst>
                <a:path w="4697" h="367">
                  <a:moveTo>
                    <a:pt x="4697" y="0"/>
                  </a:moveTo>
                  <a:lnTo>
                    <a:pt x="4697" y="367"/>
                  </a:lnTo>
                  <a:lnTo>
                    <a:pt x="0" y="218"/>
                  </a:lnTo>
                  <a:lnTo>
                    <a:pt x="4697" y="0"/>
                  </a:lnTo>
                  <a:close/>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61" name="CustomShape 9"/>
            <p:cNvSpPr/>
            <p:nvPr/>
          </p:nvSpPr>
          <p:spPr>
            <a:xfrm>
              <a:off x="35280" y="5237640"/>
              <a:ext cx="9104400" cy="784440"/>
            </a:xfrm>
            <a:custGeom>
              <a:avLst/>
              <a:gdLst>
                <a:gd name="textAreaLeft" fmla="*/ 0 w 9104400"/>
                <a:gd name="textAreaRight" fmla="*/ 9105480 w 9104400"/>
                <a:gd name="textAreaTop" fmla="*/ 0 h 784440"/>
                <a:gd name="textAreaBottom" fmla="*/ 785520 h 784440"/>
              </a:gdLst>
              <a:ahLst/>
              <a:rect l="textAreaLeft" t="textAreaTop" r="textAreaRight" b="textAreaBottom"/>
              <a:pathLst>
                <a:path w="5760" h="528">
                  <a:moveTo>
                    <a:pt x="0" y="0"/>
                  </a:moveTo>
                  <a:lnTo>
                    <a:pt x="5760" y="0"/>
                  </a:lnTo>
                  <a:lnTo>
                    <a:pt x="5760" y="528"/>
                  </a:lnTo>
                  <a:lnTo>
                    <a:pt x="48" y="0"/>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62" name="CustomShape 10"/>
            <p:cNvSpPr/>
            <p:nvPr/>
          </p:nvSpPr>
          <p:spPr>
            <a:xfrm>
              <a:off x="0" y="5001120"/>
              <a:ext cx="9139680" cy="1859760"/>
            </a:xfrm>
            <a:custGeom>
              <a:avLst/>
              <a:gdLst>
                <a:gd name="textAreaLeft" fmla="*/ 0 w 9139680"/>
                <a:gd name="textAreaRight" fmla="*/ 9140760 w 9139680"/>
                <a:gd name="textAreaTop" fmla="*/ 0 h 1859760"/>
                <a:gd name="textAreaBottom" fmla="*/ 1860840 h 1859760"/>
              </a:gdLst>
              <a:ahLst/>
              <a:rect l="textAreaLeft" t="textAreaTop" r="textAreaRight" b="textAreaBottom"/>
              <a:pathLst>
                <a:path w="5760" h="1248">
                  <a:moveTo>
                    <a:pt x="0" y="0"/>
                  </a:moveTo>
                  <a:lnTo>
                    <a:pt x="0" y="1248"/>
                  </a:lnTo>
                  <a:lnTo>
                    <a:pt x="5760" y="1248"/>
                  </a:lnTo>
                  <a:lnTo>
                    <a:pt x="5760" y="528"/>
                  </a:lnTo>
                  <a:lnTo>
                    <a:pt x="0" y="0"/>
                  </a:lnTo>
                  <a:close/>
                </a:path>
              </a:pathLst>
            </a:custGeom>
            <a:blipFill rotWithShape="0">
              <a:blip r:embed="rId3">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63" name="Line 11"/>
            <p:cNvSpPr/>
            <p:nvPr/>
          </p:nvSpPr>
          <p:spPr>
            <a:xfrm>
              <a:off x="-3600" y="4997520"/>
              <a:ext cx="9147600" cy="79020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grpSp>
      <p:sp>
        <p:nvSpPr>
          <p:cNvPr id="6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65" name="PlaceHolder 2"/>
          <p:cNvSpPr>
            <a:spLocks noGrp="1"/>
          </p:cNvSpPr>
          <p:nvPr>
            <p:ph type="body"/>
          </p:nvPr>
        </p:nvSpPr>
        <p:spPr>
          <a:xfrm>
            <a:off x="457200" y="160452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66" name="PlaceHolder 3"/>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0" name="CustomShape 1" hidden="1"/>
          <p:cNvSpPr/>
          <p:nvPr/>
        </p:nvSpPr>
        <p:spPr>
          <a:xfrm>
            <a:off x="499320" y="5945040"/>
            <a:ext cx="4936320" cy="916920"/>
          </a:xfrm>
          <a:custGeom>
            <a:avLst/>
            <a:gdLst>
              <a:gd name="textAreaLeft" fmla="*/ 0 w 4936320"/>
              <a:gd name="textAreaRight" fmla="*/ 4937400 w 4936320"/>
              <a:gd name="textAreaTop" fmla="*/ 0 h 916920"/>
              <a:gd name="textAreaBottom" fmla="*/ 918000 h 916920"/>
            </a:gdLst>
            <a:ahLst/>
            <a:rect l="textAreaLeft" t="textAreaTop" r="textAreaRight" b="textAreaBottom"/>
            <a:pathLst>
              <a:path w="7485" h="337">
                <a:moveTo>
                  <a:pt x="0" y="2"/>
                </a:moveTo>
                <a:lnTo>
                  <a:pt x="7485" y="337"/>
                </a:lnTo>
                <a:lnTo>
                  <a:pt x="5558" y="337"/>
                </a:lnTo>
                <a:lnTo>
                  <a:pt x="1" y="0"/>
                </a:lnTo>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71" name="CustomShape 2" hidden="1"/>
          <p:cNvSpPr/>
          <p:nvPr/>
        </p:nvSpPr>
        <p:spPr>
          <a:xfrm>
            <a:off x="485640" y="5938920"/>
            <a:ext cx="3686040" cy="929160"/>
          </a:xfrm>
          <a:custGeom>
            <a:avLst/>
            <a:gdLst>
              <a:gd name="textAreaLeft" fmla="*/ 0 w 3686040"/>
              <a:gd name="textAreaRight" fmla="*/ 3687120 w 3686040"/>
              <a:gd name="textAreaTop" fmla="*/ 0 h 929160"/>
              <a:gd name="textAreaBottom" fmla="*/ 930240 h 929160"/>
            </a:gdLst>
            <a:ahLst/>
            <a:rect l="textAreaLeft" t="textAreaTop" r="textAreaRight" b="textAreaBottom"/>
            <a:pathLst>
              <a:path w="5591" h="588">
                <a:moveTo>
                  <a:pt x="0" y="0"/>
                </a:moveTo>
                <a:lnTo>
                  <a:pt x="5591" y="585"/>
                </a:lnTo>
                <a:lnTo>
                  <a:pt x="4415" y="588"/>
                </a:lnTo>
                <a:lnTo>
                  <a:pt x="12" y="4"/>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72" name="CustomShape 3" hidden="1"/>
          <p:cNvSpPr/>
          <p:nvPr/>
        </p:nvSpPr>
        <p:spPr>
          <a:xfrm>
            <a:off x="-6120" y="5791320"/>
            <a:ext cx="3398040" cy="1076400"/>
          </a:xfrm>
          <a:prstGeom prst="rtTriangle">
            <a:avLst/>
          </a:prstGeom>
          <a:blipFill rotWithShape="0">
            <a:blip r:embed="rId2">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73" name="Line 4"/>
          <p:cNvSpPr/>
          <p:nvPr/>
        </p:nvSpPr>
        <p:spPr>
          <a:xfrm>
            <a:off x="-9000" y="5787720"/>
            <a:ext cx="3405240" cy="108432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sp>
        <p:nvSpPr>
          <p:cNvPr id="74" name="CustomShape 5"/>
          <p:cNvSpPr/>
          <p:nvPr/>
        </p:nvSpPr>
        <p:spPr>
          <a:xfrm>
            <a:off x="0" y="4664160"/>
            <a:ext cx="9146880" cy="360"/>
          </a:xfrm>
          <a:prstGeom prst="rtTriangle">
            <a:avLst/>
          </a:prstGeom>
          <a:gradFill rotWithShape="0">
            <a:gsLst>
              <a:gs pos="0">
                <a:srgbClr val="007795"/>
              </a:gs>
              <a:gs pos="100000">
                <a:srgbClr val="4bbade"/>
              </a:gs>
            </a:gsLst>
            <a:lin ang="3000000"/>
          </a:grad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4640" bIns="-44640" anchor="t">
            <a:noAutofit/>
          </a:bodyPr>
          <a:p>
            <a:pPr>
              <a:lnSpc>
                <a:spcPct val="100000"/>
              </a:lnSpc>
            </a:pPr>
            <a:endParaRPr b="0" lang="fr-FR" sz="1800" spc="-1" strike="noStrike">
              <a:solidFill>
                <a:srgbClr val="000000"/>
              </a:solidFill>
              <a:latin typeface="Arial"/>
              <a:ea typeface="DejaVu Sans"/>
            </a:endParaRPr>
          </a:p>
        </p:txBody>
      </p:sp>
      <p:grpSp>
        <p:nvGrpSpPr>
          <p:cNvPr id="75" name="Group 7"/>
          <p:cNvGrpSpPr/>
          <p:nvPr/>
        </p:nvGrpSpPr>
        <p:grpSpPr>
          <a:xfrm>
            <a:off x="-3600" y="4952880"/>
            <a:ext cx="9147600" cy="1908000"/>
            <a:chOff x="-3600" y="4952880"/>
            <a:chExt cx="9147600" cy="1908000"/>
          </a:xfrm>
        </p:grpSpPr>
        <p:sp>
          <p:nvSpPr>
            <p:cNvPr id="76" name="CustomShape 8"/>
            <p:cNvSpPr/>
            <p:nvPr/>
          </p:nvSpPr>
          <p:spPr>
            <a:xfrm>
              <a:off x="1687680" y="4952880"/>
              <a:ext cx="7452000" cy="483840"/>
            </a:xfrm>
            <a:custGeom>
              <a:avLst/>
              <a:gdLst>
                <a:gd name="textAreaLeft" fmla="*/ 0 w 7452000"/>
                <a:gd name="textAreaRight" fmla="*/ 7453080 w 7452000"/>
                <a:gd name="textAreaTop" fmla="*/ 0 h 483840"/>
                <a:gd name="textAreaBottom" fmla="*/ 484920 h 483840"/>
              </a:gdLst>
              <a:ahLst/>
              <a:rect l="textAreaLeft" t="textAreaTop" r="textAreaRight" b="textAreaBottom"/>
              <a:pathLst>
                <a:path w="4697" h="367">
                  <a:moveTo>
                    <a:pt x="4697" y="0"/>
                  </a:moveTo>
                  <a:lnTo>
                    <a:pt x="4697" y="367"/>
                  </a:lnTo>
                  <a:lnTo>
                    <a:pt x="0" y="218"/>
                  </a:lnTo>
                  <a:lnTo>
                    <a:pt x="4697" y="0"/>
                  </a:lnTo>
                  <a:close/>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77" name="CustomShape 9"/>
            <p:cNvSpPr/>
            <p:nvPr/>
          </p:nvSpPr>
          <p:spPr>
            <a:xfrm>
              <a:off x="35280" y="5237640"/>
              <a:ext cx="9104400" cy="784440"/>
            </a:xfrm>
            <a:custGeom>
              <a:avLst/>
              <a:gdLst>
                <a:gd name="textAreaLeft" fmla="*/ 0 w 9104400"/>
                <a:gd name="textAreaRight" fmla="*/ 9105480 w 9104400"/>
                <a:gd name="textAreaTop" fmla="*/ 0 h 784440"/>
                <a:gd name="textAreaBottom" fmla="*/ 785520 h 784440"/>
              </a:gdLst>
              <a:ahLst/>
              <a:rect l="textAreaLeft" t="textAreaTop" r="textAreaRight" b="textAreaBottom"/>
              <a:pathLst>
                <a:path w="5760" h="528">
                  <a:moveTo>
                    <a:pt x="0" y="0"/>
                  </a:moveTo>
                  <a:lnTo>
                    <a:pt x="5760" y="0"/>
                  </a:lnTo>
                  <a:lnTo>
                    <a:pt x="5760" y="528"/>
                  </a:lnTo>
                  <a:lnTo>
                    <a:pt x="48" y="0"/>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78" name="CustomShape 10"/>
            <p:cNvSpPr/>
            <p:nvPr/>
          </p:nvSpPr>
          <p:spPr>
            <a:xfrm>
              <a:off x="0" y="5001120"/>
              <a:ext cx="9139680" cy="1859760"/>
            </a:xfrm>
            <a:custGeom>
              <a:avLst/>
              <a:gdLst>
                <a:gd name="textAreaLeft" fmla="*/ 0 w 9139680"/>
                <a:gd name="textAreaRight" fmla="*/ 9140760 w 9139680"/>
                <a:gd name="textAreaTop" fmla="*/ 0 h 1859760"/>
                <a:gd name="textAreaBottom" fmla="*/ 1860840 h 1859760"/>
              </a:gdLst>
              <a:ahLst/>
              <a:rect l="textAreaLeft" t="textAreaTop" r="textAreaRight" b="textAreaBottom"/>
              <a:pathLst>
                <a:path w="5760" h="1248">
                  <a:moveTo>
                    <a:pt x="0" y="0"/>
                  </a:moveTo>
                  <a:lnTo>
                    <a:pt x="0" y="1248"/>
                  </a:lnTo>
                  <a:lnTo>
                    <a:pt x="5760" y="1248"/>
                  </a:lnTo>
                  <a:lnTo>
                    <a:pt x="5760" y="528"/>
                  </a:lnTo>
                  <a:lnTo>
                    <a:pt x="0" y="0"/>
                  </a:lnTo>
                  <a:close/>
                </a:path>
              </a:pathLst>
            </a:custGeom>
            <a:blipFill rotWithShape="0">
              <a:blip r:embed="rId3">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79" name="Line 11"/>
            <p:cNvSpPr/>
            <p:nvPr/>
          </p:nvSpPr>
          <p:spPr>
            <a:xfrm>
              <a:off x="-3600" y="4997520"/>
              <a:ext cx="9147600" cy="79020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grpSp>
      <p:sp>
        <p:nvSpPr>
          <p:cNvPr id="8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81"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82"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83"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84" name="PlaceHolder 5"/>
          <p:cNvSpPr>
            <a:spLocks noGrp="1"/>
          </p:cNvSpPr>
          <p:nvPr>
            <p:ph type="body"/>
          </p:nvPr>
        </p:nvSpPr>
        <p:spPr>
          <a:xfrm>
            <a:off x="467424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4"/>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0" name="CustomShape 1" hidden="1"/>
          <p:cNvSpPr/>
          <p:nvPr/>
        </p:nvSpPr>
        <p:spPr>
          <a:xfrm>
            <a:off x="499320" y="5945040"/>
            <a:ext cx="4936320" cy="916920"/>
          </a:xfrm>
          <a:custGeom>
            <a:avLst/>
            <a:gdLst>
              <a:gd name="textAreaLeft" fmla="*/ 0 w 4936320"/>
              <a:gd name="textAreaRight" fmla="*/ 4937400 w 4936320"/>
              <a:gd name="textAreaTop" fmla="*/ 0 h 916920"/>
              <a:gd name="textAreaBottom" fmla="*/ 918000 h 916920"/>
            </a:gdLst>
            <a:ahLst/>
            <a:rect l="textAreaLeft" t="textAreaTop" r="textAreaRight" b="textAreaBottom"/>
            <a:pathLst>
              <a:path w="7485" h="337">
                <a:moveTo>
                  <a:pt x="0" y="2"/>
                </a:moveTo>
                <a:lnTo>
                  <a:pt x="7485" y="337"/>
                </a:lnTo>
                <a:lnTo>
                  <a:pt x="5558" y="337"/>
                </a:lnTo>
                <a:lnTo>
                  <a:pt x="1" y="0"/>
                </a:lnTo>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91" name="CustomShape 2" hidden="1"/>
          <p:cNvSpPr/>
          <p:nvPr/>
        </p:nvSpPr>
        <p:spPr>
          <a:xfrm>
            <a:off x="485640" y="5938920"/>
            <a:ext cx="3686040" cy="929160"/>
          </a:xfrm>
          <a:custGeom>
            <a:avLst/>
            <a:gdLst>
              <a:gd name="textAreaLeft" fmla="*/ 0 w 3686040"/>
              <a:gd name="textAreaRight" fmla="*/ 3687120 w 3686040"/>
              <a:gd name="textAreaTop" fmla="*/ 0 h 929160"/>
              <a:gd name="textAreaBottom" fmla="*/ 930240 h 929160"/>
            </a:gdLst>
            <a:ahLst/>
            <a:rect l="textAreaLeft" t="textAreaTop" r="textAreaRight" b="textAreaBottom"/>
            <a:pathLst>
              <a:path w="5591" h="588">
                <a:moveTo>
                  <a:pt x="0" y="0"/>
                </a:moveTo>
                <a:lnTo>
                  <a:pt x="5591" y="585"/>
                </a:lnTo>
                <a:lnTo>
                  <a:pt x="4415" y="588"/>
                </a:lnTo>
                <a:lnTo>
                  <a:pt x="12" y="4"/>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92" name="CustomShape 3" hidden="1"/>
          <p:cNvSpPr/>
          <p:nvPr/>
        </p:nvSpPr>
        <p:spPr>
          <a:xfrm>
            <a:off x="-6120" y="5791320"/>
            <a:ext cx="3398040" cy="1076400"/>
          </a:xfrm>
          <a:prstGeom prst="rtTriangle">
            <a:avLst/>
          </a:prstGeom>
          <a:blipFill rotWithShape="0">
            <a:blip r:embed="rId2">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93" name="Line 4"/>
          <p:cNvSpPr/>
          <p:nvPr/>
        </p:nvSpPr>
        <p:spPr>
          <a:xfrm>
            <a:off x="-9000" y="5787720"/>
            <a:ext cx="3405240" cy="108432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sp>
        <p:nvSpPr>
          <p:cNvPr id="94" name="CustomShape 5"/>
          <p:cNvSpPr/>
          <p:nvPr/>
        </p:nvSpPr>
        <p:spPr>
          <a:xfrm>
            <a:off x="0" y="4664160"/>
            <a:ext cx="9146880" cy="360"/>
          </a:xfrm>
          <a:prstGeom prst="rtTriangle">
            <a:avLst/>
          </a:prstGeom>
          <a:gradFill rotWithShape="0">
            <a:gsLst>
              <a:gs pos="0">
                <a:srgbClr val="007795"/>
              </a:gs>
              <a:gs pos="100000">
                <a:srgbClr val="4bbade"/>
              </a:gs>
            </a:gsLst>
            <a:lin ang="3000000"/>
          </a:grad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4640" bIns="-44640" anchor="t">
            <a:noAutofit/>
          </a:bodyPr>
          <a:p>
            <a:pPr>
              <a:lnSpc>
                <a:spcPct val="100000"/>
              </a:lnSpc>
            </a:pPr>
            <a:endParaRPr b="0" lang="fr-FR" sz="1800" spc="-1" strike="noStrike">
              <a:solidFill>
                <a:srgbClr val="000000"/>
              </a:solidFill>
              <a:latin typeface="Arial"/>
              <a:ea typeface="DejaVu Sans"/>
            </a:endParaRPr>
          </a:p>
        </p:txBody>
      </p:sp>
      <p:grpSp>
        <p:nvGrpSpPr>
          <p:cNvPr id="95" name="Group 7"/>
          <p:cNvGrpSpPr/>
          <p:nvPr/>
        </p:nvGrpSpPr>
        <p:grpSpPr>
          <a:xfrm>
            <a:off x="-3600" y="4952880"/>
            <a:ext cx="9147600" cy="1908000"/>
            <a:chOff x="-3600" y="4952880"/>
            <a:chExt cx="9147600" cy="1908000"/>
          </a:xfrm>
        </p:grpSpPr>
        <p:sp>
          <p:nvSpPr>
            <p:cNvPr id="96" name="CustomShape 8"/>
            <p:cNvSpPr/>
            <p:nvPr/>
          </p:nvSpPr>
          <p:spPr>
            <a:xfrm>
              <a:off x="1687680" y="4952880"/>
              <a:ext cx="7452000" cy="483840"/>
            </a:xfrm>
            <a:custGeom>
              <a:avLst/>
              <a:gdLst>
                <a:gd name="textAreaLeft" fmla="*/ 0 w 7452000"/>
                <a:gd name="textAreaRight" fmla="*/ 7453080 w 7452000"/>
                <a:gd name="textAreaTop" fmla="*/ 0 h 483840"/>
                <a:gd name="textAreaBottom" fmla="*/ 484920 h 483840"/>
              </a:gdLst>
              <a:ahLst/>
              <a:rect l="textAreaLeft" t="textAreaTop" r="textAreaRight" b="textAreaBottom"/>
              <a:pathLst>
                <a:path w="4697" h="367">
                  <a:moveTo>
                    <a:pt x="4697" y="0"/>
                  </a:moveTo>
                  <a:lnTo>
                    <a:pt x="4697" y="367"/>
                  </a:lnTo>
                  <a:lnTo>
                    <a:pt x="0" y="218"/>
                  </a:lnTo>
                  <a:lnTo>
                    <a:pt x="4697" y="0"/>
                  </a:lnTo>
                  <a:close/>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97" name="CustomShape 9"/>
            <p:cNvSpPr/>
            <p:nvPr/>
          </p:nvSpPr>
          <p:spPr>
            <a:xfrm>
              <a:off x="35280" y="5237640"/>
              <a:ext cx="9104400" cy="784440"/>
            </a:xfrm>
            <a:custGeom>
              <a:avLst/>
              <a:gdLst>
                <a:gd name="textAreaLeft" fmla="*/ 0 w 9104400"/>
                <a:gd name="textAreaRight" fmla="*/ 9105480 w 9104400"/>
                <a:gd name="textAreaTop" fmla="*/ 0 h 784440"/>
                <a:gd name="textAreaBottom" fmla="*/ 785520 h 784440"/>
              </a:gdLst>
              <a:ahLst/>
              <a:rect l="textAreaLeft" t="textAreaTop" r="textAreaRight" b="textAreaBottom"/>
              <a:pathLst>
                <a:path w="5760" h="528">
                  <a:moveTo>
                    <a:pt x="0" y="0"/>
                  </a:moveTo>
                  <a:lnTo>
                    <a:pt x="5760" y="0"/>
                  </a:lnTo>
                  <a:lnTo>
                    <a:pt x="5760" y="528"/>
                  </a:lnTo>
                  <a:lnTo>
                    <a:pt x="48" y="0"/>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98" name="CustomShape 10"/>
            <p:cNvSpPr/>
            <p:nvPr/>
          </p:nvSpPr>
          <p:spPr>
            <a:xfrm>
              <a:off x="0" y="5001120"/>
              <a:ext cx="9139680" cy="1859760"/>
            </a:xfrm>
            <a:custGeom>
              <a:avLst/>
              <a:gdLst>
                <a:gd name="textAreaLeft" fmla="*/ 0 w 9139680"/>
                <a:gd name="textAreaRight" fmla="*/ 9140760 w 9139680"/>
                <a:gd name="textAreaTop" fmla="*/ 0 h 1859760"/>
                <a:gd name="textAreaBottom" fmla="*/ 1860840 h 1859760"/>
              </a:gdLst>
              <a:ahLst/>
              <a:rect l="textAreaLeft" t="textAreaTop" r="textAreaRight" b="textAreaBottom"/>
              <a:pathLst>
                <a:path w="5760" h="1248">
                  <a:moveTo>
                    <a:pt x="0" y="0"/>
                  </a:moveTo>
                  <a:lnTo>
                    <a:pt x="0" y="1248"/>
                  </a:lnTo>
                  <a:lnTo>
                    <a:pt x="5760" y="1248"/>
                  </a:lnTo>
                  <a:lnTo>
                    <a:pt x="5760" y="528"/>
                  </a:lnTo>
                  <a:lnTo>
                    <a:pt x="0" y="0"/>
                  </a:lnTo>
                  <a:close/>
                </a:path>
              </a:pathLst>
            </a:custGeom>
            <a:blipFill rotWithShape="0">
              <a:blip r:embed="rId3">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99" name="Line 11"/>
            <p:cNvSpPr/>
            <p:nvPr/>
          </p:nvSpPr>
          <p:spPr>
            <a:xfrm>
              <a:off x="-3600" y="4997520"/>
              <a:ext cx="9147600" cy="79020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grpSp>
    </p:spTree>
  </p:cSld>
  <p:clrMap bg1="lt1" bg2="lt2" tx1="dk1" tx2="dk2" accent1="accent1" accent2="accent2" accent3="accent3" accent4="accent4" accent5="accent5" accent6="accent6" hlink="hlink" folHlink="folHlink"/>
  <p:sldLayoutIdLst>
    <p:sldLayoutId id="2147483659" r:id="rId4"/>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0" name="CustomShape 1" hidden="1"/>
          <p:cNvSpPr/>
          <p:nvPr/>
        </p:nvSpPr>
        <p:spPr>
          <a:xfrm>
            <a:off x="499320" y="5945040"/>
            <a:ext cx="4936320" cy="916920"/>
          </a:xfrm>
          <a:custGeom>
            <a:avLst/>
            <a:gdLst>
              <a:gd name="textAreaLeft" fmla="*/ 0 w 4936320"/>
              <a:gd name="textAreaRight" fmla="*/ 4937400 w 4936320"/>
              <a:gd name="textAreaTop" fmla="*/ 0 h 916920"/>
              <a:gd name="textAreaBottom" fmla="*/ 918000 h 916920"/>
            </a:gdLst>
            <a:ahLst/>
            <a:rect l="textAreaLeft" t="textAreaTop" r="textAreaRight" b="textAreaBottom"/>
            <a:pathLst>
              <a:path w="7485" h="337">
                <a:moveTo>
                  <a:pt x="0" y="2"/>
                </a:moveTo>
                <a:lnTo>
                  <a:pt x="7485" y="337"/>
                </a:lnTo>
                <a:lnTo>
                  <a:pt x="5558" y="337"/>
                </a:lnTo>
                <a:lnTo>
                  <a:pt x="1" y="0"/>
                </a:lnTo>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101" name="CustomShape 2" hidden="1"/>
          <p:cNvSpPr/>
          <p:nvPr/>
        </p:nvSpPr>
        <p:spPr>
          <a:xfrm>
            <a:off x="485640" y="5938920"/>
            <a:ext cx="3686040" cy="929160"/>
          </a:xfrm>
          <a:custGeom>
            <a:avLst/>
            <a:gdLst>
              <a:gd name="textAreaLeft" fmla="*/ 0 w 3686040"/>
              <a:gd name="textAreaRight" fmla="*/ 3687120 w 3686040"/>
              <a:gd name="textAreaTop" fmla="*/ 0 h 929160"/>
              <a:gd name="textAreaBottom" fmla="*/ 930240 h 929160"/>
            </a:gdLst>
            <a:ahLst/>
            <a:rect l="textAreaLeft" t="textAreaTop" r="textAreaRight" b="textAreaBottom"/>
            <a:pathLst>
              <a:path w="5591" h="588">
                <a:moveTo>
                  <a:pt x="0" y="0"/>
                </a:moveTo>
                <a:lnTo>
                  <a:pt x="5591" y="585"/>
                </a:lnTo>
                <a:lnTo>
                  <a:pt x="4415" y="588"/>
                </a:lnTo>
                <a:lnTo>
                  <a:pt x="12" y="4"/>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102" name="CustomShape 3" hidden="1"/>
          <p:cNvSpPr/>
          <p:nvPr/>
        </p:nvSpPr>
        <p:spPr>
          <a:xfrm>
            <a:off x="-6120" y="5791320"/>
            <a:ext cx="3398040" cy="1076400"/>
          </a:xfrm>
          <a:prstGeom prst="rtTriangle">
            <a:avLst/>
          </a:prstGeom>
          <a:blipFill rotWithShape="0">
            <a:blip r:embed="rId2">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103" name="Line 4"/>
          <p:cNvSpPr/>
          <p:nvPr/>
        </p:nvSpPr>
        <p:spPr>
          <a:xfrm>
            <a:off x="-9000" y="5787720"/>
            <a:ext cx="3405240" cy="108432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sp>
        <p:nvSpPr>
          <p:cNvPr id="104" name="CustomShape 5"/>
          <p:cNvSpPr/>
          <p:nvPr/>
        </p:nvSpPr>
        <p:spPr>
          <a:xfrm>
            <a:off x="0" y="4664160"/>
            <a:ext cx="9146880" cy="360"/>
          </a:xfrm>
          <a:prstGeom prst="rtTriangle">
            <a:avLst/>
          </a:prstGeom>
          <a:gradFill rotWithShape="0">
            <a:gsLst>
              <a:gs pos="0">
                <a:srgbClr val="007795"/>
              </a:gs>
              <a:gs pos="100000">
                <a:srgbClr val="4bbade"/>
              </a:gs>
            </a:gsLst>
            <a:lin ang="3000000"/>
          </a:grad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4640" bIns="-44640" anchor="t">
            <a:noAutofit/>
          </a:bodyPr>
          <a:p>
            <a:pPr>
              <a:lnSpc>
                <a:spcPct val="100000"/>
              </a:lnSpc>
            </a:pPr>
            <a:endParaRPr b="0" lang="fr-FR" sz="1800" spc="-1" strike="noStrike">
              <a:solidFill>
                <a:srgbClr val="000000"/>
              </a:solidFill>
              <a:latin typeface="Arial"/>
              <a:ea typeface="DejaVu Sans"/>
            </a:endParaRPr>
          </a:p>
        </p:txBody>
      </p:sp>
      <p:grpSp>
        <p:nvGrpSpPr>
          <p:cNvPr id="105" name="Group 7"/>
          <p:cNvGrpSpPr/>
          <p:nvPr/>
        </p:nvGrpSpPr>
        <p:grpSpPr>
          <a:xfrm>
            <a:off x="-3600" y="4952880"/>
            <a:ext cx="9147600" cy="1908000"/>
            <a:chOff x="-3600" y="4952880"/>
            <a:chExt cx="9147600" cy="1908000"/>
          </a:xfrm>
        </p:grpSpPr>
        <p:sp>
          <p:nvSpPr>
            <p:cNvPr id="106" name="CustomShape 8"/>
            <p:cNvSpPr/>
            <p:nvPr/>
          </p:nvSpPr>
          <p:spPr>
            <a:xfrm>
              <a:off x="1687680" y="4952880"/>
              <a:ext cx="7452000" cy="483840"/>
            </a:xfrm>
            <a:custGeom>
              <a:avLst/>
              <a:gdLst>
                <a:gd name="textAreaLeft" fmla="*/ 0 w 7452000"/>
                <a:gd name="textAreaRight" fmla="*/ 7453080 w 7452000"/>
                <a:gd name="textAreaTop" fmla="*/ 0 h 483840"/>
                <a:gd name="textAreaBottom" fmla="*/ 484920 h 483840"/>
              </a:gdLst>
              <a:ahLst/>
              <a:rect l="textAreaLeft" t="textAreaTop" r="textAreaRight" b="textAreaBottom"/>
              <a:pathLst>
                <a:path w="4697" h="367">
                  <a:moveTo>
                    <a:pt x="4697" y="0"/>
                  </a:moveTo>
                  <a:lnTo>
                    <a:pt x="4697" y="367"/>
                  </a:lnTo>
                  <a:lnTo>
                    <a:pt x="0" y="218"/>
                  </a:lnTo>
                  <a:lnTo>
                    <a:pt x="4697" y="0"/>
                  </a:lnTo>
                  <a:close/>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107" name="CustomShape 9"/>
            <p:cNvSpPr/>
            <p:nvPr/>
          </p:nvSpPr>
          <p:spPr>
            <a:xfrm>
              <a:off x="35280" y="5237640"/>
              <a:ext cx="9104400" cy="784440"/>
            </a:xfrm>
            <a:custGeom>
              <a:avLst/>
              <a:gdLst>
                <a:gd name="textAreaLeft" fmla="*/ 0 w 9104400"/>
                <a:gd name="textAreaRight" fmla="*/ 9105480 w 9104400"/>
                <a:gd name="textAreaTop" fmla="*/ 0 h 784440"/>
                <a:gd name="textAreaBottom" fmla="*/ 785520 h 784440"/>
              </a:gdLst>
              <a:ahLst/>
              <a:rect l="textAreaLeft" t="textAreaTop" r="textAreaRight" b="textAreaBottom"/>
              <a:pathLst>
                <a:path w="5760" h="528">
                  <a:moveTo>
                    <a:pt x="0" y="0"/>
                  </a:moveTo>
                  <a:lnTo>
                    <a:pt x="5760" y="0"/>
                  </a:lnTo>
                  <a:lnTo>
                    <a:pt x="5760" y="528"/>
                  </a:lnTo>
                  <a:lnTo>
                    <a:pt x="48" y="0"/>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108" name="CustomShape 10"/>
            <p:cNvSpPr/>
            <p:nvPr/>
          </p:nvSpPr>
          <p:spPr>
            <a:xfrm>
              <a:off x="0" y="5001120"/>
              <a:ext cx="9139680" cy="1859760"/>
            </a:xfrm>
            <a:custGeom>
              <a:avLst/>
              <a:gdLst>
                <a:gd name="textAreaLeft" fmla="*/ 0 w 9139680"/>
                <a:gd name="textAreaRight" fmla="*/ 9140760 w 9139680"/>
                <a:gd name="textAreaTop" fmla="*/ 0 h 1859760"/>
                <a:gd name="textAreaBottom" fmla="*/ 1860840 h 1859760"/>
              </a:gdLst>
              <a:ahLst/>
              <a:rect l="textAreaLeft" t="textAreaTop" r="textAreaRight" b="textAreaBottom"/>
              <a:pathLst>
                <a:path w="5760" h="1248">
                  <a:moveTo>
                    <a:pt x="0" y="0"/>
                  </a:moveTo>
                  <a:lnTo>
                    <a:pt x="0" y="1248"/>
                  </a:lnTo>
                  <a:lnTo>
                    <a:pt x="5760" y="1248"/>
                  </a:lnTo>
                  <a:lnTo>
                    <a:pt x="5760" y="528"/>
                  </a:lnTo>
                  <a:lnTo>
                    <a:pt x="0" y="0"/>
                  </a:lnTo>
                  <a:close/>
                </a:path>
              </a:pathLst>
            </a:custGeom>
            <a:blipFill rotWithShape="0">
              <a:blip r:embed="rId3">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109" name="Line 11"/>
            <p:cNvSpPr/>
            <p:nvPr/>
          </p:nvSpPr>
          <p:spPr>
            <a:xfrm>
              <a:off x="-3600" y="4997520"/>
              <a:ext cx="9147600" cy="79020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grpSp>
      <p:sp>
        <p:nvSpPr>
          <p:cNvPr id="11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fr-FR" sz="4400" spc="-1" strike="noStrike">
                <a:solidFill>
                  <a:srgbClr val="000000"/>
                </a:solidFill>
                <a:latin typeface="Arial"/>
              </a:rPr>
              <a:t>Cliquez pour éditer le format du texte-titre</a:t>
            </a:r>
            <a:endParaRPr b="0" lang="fr-FR" sz="4400" spc="-1" strike="noStrike">
              <a:solidFill>
                <a:srgbClr val="000000"/>
              </a:solidFill>
              <a:latin typeface="Arial"/>
            </a:endParaRPr>
          </a:p>
        </p:txBody>
      </p:sp>
      <p:sp>
        <p:nvSpPr>
          <p:cNvPr id="111"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3200" spc="-1" strike="noStrike">
                <a:solidFill>
                  <a:srgbClr val="000000"/>
                </a:solidFill>
                <a:latin typeface="Arial"/>
              </a:rPr>
              <a:t>Cliquez pour éditer le format du plan de texte</a:t>
            </a:r>
            <a:endParaRPr b="0" lang="fr-F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Arial"/>
              </a:rPr>
              <a:t>Second niveau de plan</a:t>
            </a:r>
            <a:endParaRPr b="0" lang="fr-F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2400" spc="-1" strike="noStrike">
                <a:solidFill>
                  <a:srgbClr val="000000"/>
                </a:solidFill>
                <a:latin typeface="Arial"/>
              </a:rPr>
              <a:t>Troisième niveau de plan</a:t>
            </a:r>
            <a:endParaRPr b="0" lang="fr-F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2000" spc="-1" strike="noStrike">
                <a:solidFill>
                  <a:srgbClr val="000000"/>
                </a:solidFill>
                <a:latin typeface="Arial"/>
              </a:rPr>
              <a:t>Quatrième niveau de plan</a:t>
            </a:r>
            <a:endParaRPr b="0" lang="fr-F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Cinquième niveau de plan</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Sixième niveau de plan</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Septième niveau de plan</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4"/>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2" name="CustomShape 1" hidden="1"/>
          <p:cNvSpPr/>
          <p:nvPr/>
        </p:nvSpPr>
        <p:spPr>
          <a:xfrm>
            <a:off x="499320" y="5945040"/>
            <a:ext cx="4936320" cy="916920"/>
          </a:xfrm>
          <a:custGeom>
            <a:avLst/>
            <a:gdLst>
              <a:gd name="textAreaLeft" fmla="*/ 0 w 4936320"/>
              <a:gd name="textAreaRight" fmla="*/ 4937400 w 4936320"/>
              <a:gd name="textAreaTop" fmla="*/ 0 h 916920"/>
              <a:gd name="textAreaBottom" fmla="*/ 918000 h 916920"/>
            </a:gdLst>
            <a:ahLst/>
            <a:rect l="textAreaLeft" t="textAreaTop" r="textAreaRight" b="textAreaBottom"/>
            <a:pathLst>
              <a:path w="7485" h="337">
                <a:moveTo>
                  <a:pt x="0" y="2"/>
                </a:moveTo>
                <a:lnTo>
                  <a:pt x="7485" y="337"/>
                </a:lnTo>
                <a:lnTo>
                  <a:pt x="5558" y="337"/>
                </a:lnTo>
                <a:lnTo>
                  <a:pt x="1" y="0"/>
                </a:lnTo>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113" name="CustomShape 2" hidden="1"/>
          <p:cNvSpPr/>
          <p:nvPr/>
        </p:nvSpPr>
        <p:spPr>
          <a:xfrm>
            <a:off x="485640" y="5938920"/>
            <a:ext cx="3686040" cy="929160"/>
          </a:xfrm>
          <a:custGeom>
            <a:avLst/>
            <a:gdLst>
              <a:gd name="textAreaLeft" fmla="*/ 0 w 3686040"/>
              <a:gd name="textAreaRight" fmla="*/ 3687120 w 3686040"/>
              <a:gd name="textAreaTop" fmla="*/ 0 h 929160"/>
              <a:gd name="textAreaBottom" fmla="*/ 930240 h 929160"/>
            </a:gdLst>
            <a:ahLst/>
            <a:rect l="textAreaLeft" t="textAreaTop" r="textAreaRight" b="textAreaBottom"/>
            <a:pathLst>
              <a:path w="5591" h="588">
                <a:moveTo>
                  <a:pt x="0" y="0"/>
                </a:moveTo>
                <a:lnTo>
                  <a:pt x="5591" y="585"/>
                </a:lnTo>
                <a:lnTo>
                  <a:pt x="4415" y="588"/>
                </a:lnTo>
                <a:lnTo>
                  <a:pt x="12" y="4"/>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114" name="CustomShape 3" hidden="1"/>
          <p:cNvSpPr/>
          <p:nvPr/>
        </p:nvSpPr>
        <p:spPr>
          <a:xfrm>
            <a:off x="-6120" y="5791320"/>
            <a:ext cx="3398040" cy="1076400"/>
          </a:xfrm>
          <a:prstGeom prst="rtTriangle">
            <a:avLst/>
          </a:prstGeom>
          <a:blipFill rotWithShape="0">
            <a:blip r:embed="rId2">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115" name="Line 4"/>
          <p:cNvSpPr/>
          <p:nvPr/>
        </p:nvSpPr>
        <p:spPr>
          <a:xfrm>
            <a:off x="-9000" y="5787720"/>
            <a:ext cx="3405240" cy="108432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sp>
        <p:nvSpPr>
          <p:cNvPr id="116" name="CustomShape 5"/>
          <p:cNvSpPr/>
          <p:nvPr/>
        </p:nvSpPr>
        <p:spPr>
          <a:xfrm>
            <a:off x="0" y="4664160"/>
            <a:ext cx="9146880" cy="360"/>
          </a:xfrm>
          <a:prstGeom prst="rtTriangle">
            <a:avLst/>
          </a:prstGeom>
          <a:gradFill rotWithShape="0">
            <a:gsLst>
              <a:gs pos="0">
                <a:srgbClr val="007795"/>
              </a:gs>
              <a:gs pos="100000">
                <a:srgbClr val="4bbade"/>
              </a:gs>
            </a:gsLst>
            <a:lin ang="3000000"/>
          </a:grad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4640" bIns="-44640" anchor="t">
            <a:noAutofit/>
          </a:bodyPr>
          <a:p>
            <a:pPr>
              <a:lnSpc>
                <a:spcPct val="100000"/>
              </a:lnSpc>
            </a:pPr>
            <a:endParaRPr b="0" lang="fr-FR" sz="1800" spc="-1" strike="noStrike">
              <a:solidFill>
                <a:srgbClr val="000000"/>
              </a:solidFill>
              <a:latin typeface="Arial"/>
              <a:ea typeface="DejaVu Sans"/>
            </a:endParaRPr>
          </a:p>
        </p:txBody>
      </p:sp>
      <p:grpSp>
        <p:nvGrpSpPr>
          <p:cNvPr id="117" name="Group 7"/>
          <p:cNvGrpSpPr/>
          <p:nvPr/>
        </p:nvGrpSpPr>
        <p:grpSpPr>
          <a:xfrm>
            <a:off x="-3600" y="4952880"/>
            <a:ext cx="9147600" cy="1908000"/>
            <a:chOff x="-3600" y="4952880"/>
            <a:chExt cx="9147600" cy="1908000"/>
          </a:xfrm>
        </p:grpSpPr>
        <p:sp>
          <p:nvSpPr>
            <p:cNvPr id="118" name="CustomShape 8"/>
            <p:cNvSpPr/>
            <p:nvPr/>
          </p:nvSpPr>
          <p:spPr>
            <a:xfrm>
              <a:off x="1687680" y="4952880"/>
              <a:ext cx="7452000" cy="483840"/>
            </a:xfrm>
            <a:custGeom>
              <a:avLst/>
              <a:gdLst>
                <a:gd name="textAreaLeft" fmla="*/ 0 w 7452000"/>
                <a:gd name="textAreaRight" fmla="*/ 7453080 w 7452000"/>
                <a:gd name="textAreaTop" fmla="*/ 0 h 483840"/>
                <a:gd name="textAreaBottom" fmla="*/ 484920 h 483840"/>
              </a:gdLst>
              <a:ahLst/>
              <a:rect l="textAreaLeft" t="textAreaTop" r="textAreaRight" b="textAreaBottom"/>
              <a:pathLst>
                <a:path w="4697" h="367">
                  <a:moveTo>
                    <a:pt x="4697" y="0"/>
                  </a:moveTo>
                  <a:lnTo>
                    <a:pt x="4697" y="367"/>
                  </a:lnTo>
                  <a:lnTo>
                    <a:pt x="0" y="218"/>
                  </a:lnTo>
                  <a:lnTo>
                    <a:pt x="4697" y="0"/>
                  </a:lnTo>
                  <a:close/>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119" name="CustomShape 9"/>
            <p:cNvSpPr/>
            <p:nvPr/>
          </p:nvSpPr>
          <p:spPr>
            <a:xfrm>
              <a:off x="35280" y="5237640"/>
              <a:ext cx="9104400" cy="784440"/>
            </a:xfrm>
            <a:custGeom>
              <a:avLst/>
              <a:gdLst>
                <a:gd name="textAreaLeft" fmla="*/ 0 w 9104400"/>
                <a:gd name="textAreaRight" fmla="*/ 9105480 w 9104400"/>
                <a:gd name="textAreaTop" fmla="*/ 0 h 784440"/>
                <a:gd name="textAreaBottom" fmla="*/ 785520 h 784440"/>
              </a:gdLst>
              <a:ahLst/>
              <a:rect l="textAreaLeft" t="textAreaTop" r="textAreaRight" b="textAreaBottom"/>
              <a:pathLst>
                <a:path w="5760" h="528">
                  <a:moveTo>
                    <a:pt x="0" y="0"/>
                  </a:moveTo>
                  <a:lnTo>
                    <a:pt x="5760" y="0"/>
                  </a:lnTo>
                  <a:lnTo>
                    <a:pt x="5760" y="528"/>
                  </a:lnTo>
                  <a:lnTo>
                    <a:pt x="48" y="0"/>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120" name="CustomShape 10"/>
            <p:cNvSpPr/>
            <p:nvPr/>
          </p:nvSpPr>
          <p:spPr>
            <a:xfrm>
              <a:off x="0" y="5001120"/>
              <a:ext cx="9139680" cy="1859760"/>
            </a:xfrm>
            <a:custGeom>
              <a:avLst/>
              <a:gdLst>
                <a:gd name="textAreaLeft" fmla="*/ 0 w 9139680"/>
                <a:gd name="textAreaRight" fmla="*/ 9140760 w 9139680"/>
                <a:gd name="textAreaTop" fmla="*/ 0 h 1859760"/>
                <a:gd name="textAreaBottom" fmla="*/ 1860840 h 1859760"/>
              </a:gdLst>
              <a:ahLst/>
              <a:rect l="textAreaLeft" t="textAreaTop" r="textAreaRight" b="textAreaBottom"/>
              <a:pathLst>
                <a:path w="5760" h="1248">
                  <a:moveTo>
                    <a:pt x="0" y="0"/>
                  </a:moveTo>
                  <a:lnTo>
                    <a:pt x="0" y="1248"/>
                  </a:lnTo>
                  <a:lnTo>
                    <a:pt x="5760" y="1248"/>
                  </a:lnTo>
                  <a:lnTo>
                    <a:pt x="5760" y="528"/>
                  </a:lnTo>
                  <a:lnTo>
                    <a:pt x="0" y="0"/>
                  </a:lnTo>
                  <a:close/>
                </a:path>
              </a:pathLst>
            </a:custGeom>
            <a:blipFill rotWithShape="0">
              <a:blip r:embed="rId3">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121" name="Line 11"/>
            <p:cNvSpPr/>
            <p:nvPr/>
          </p:nvSpPr>
          <p:spPr>
            <a:xfrm>
              <a:off x="-3600" y="4997520"/>
              <a:ext cx="9147600" cy="79020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grpSp>
      <p:sp>
        <p:nvSpPr>
          <p:cNvPr id="122"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123"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4"/>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6" name="CustomShape 1" hidden="1"/>
          <p:cNvSpPr/>
          <p:nvPr/>
        </p:nvSpPr>
        <p:spPr>
          <a:xfrm>
            <a:off x="499320" y="5945040"/>
            <a:ext cx="4936320" cy="916920"/>
          </a:xfrm>
          <a:custGeom>
            <a:avLst/>
            <a:gdLst>
              <a:gd name="textAreaLeft" fmla="*/ 0 w 4936320"/>
              <a:gd name="textAreaRight" fmla="*/ 4937400 w 4936320"/>
              <a:gd name="textAreaTop" fmla="*/ 0 h 916920"/>
              <a:gd name="textAreaBottom" fmla="*/ 918000 h 916920"/>
            </a:gdLst>
            <a:ahLst/>
            <a:rect l="textAreaLeft" t="textAreaTop" r="textAreaRight" b="textAreaBottom"/>
            <a:pathLst>
              <a:path w="7485" h="337">
                <a:moveTo>
                  <a:pt x="0" y="2"/>
                </a:moveTo>
                <a:lnTo>
                  <a:pt x="7485" y="337"/>
                </a:lnTo>
                <a:lnTo>
                  <a:pt x="5558" y="337"/>
                </a:lnTo>
                <a:lnTo>
                  <a:pt x="1" y="0"/>
                </a:lnTo>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127" name="CustomShape 2" hidden="1"/>
          <p:cNvSpPr/>
          <p:nvPr/>
        </p:nvSpPr>
        <p:spPr>
          <a:xfrm>
            <a:off x="485640" y="5938920"/>
            <a:ext cx="3686040" cy="929160"/>
          </a:xfrm>
          <a:custGeom>
            <a:avLst/>
            <a:gdLst>
              <a:gd name="textAreaLeft" fmla="*/ 0 w 3686040"/>
              <a:gd name="textAreaRight" fmla="*/ 3687120 w 3686040"/>
              <a:gd name="textAreaTop" fmla="*/ 0 h 929160"/>
              <a:gd name="textAreaBottom" fmla="*/ 930240 h 929160"/>
            </a:gdLst>
            <a:ahLst/>
            <a:rect l="textAreaLeft" t="textAreaTop" r="textAreaRight" b="textAreaBottom"/>
            <a:pathLst>
              <a:path w="5591" h="588">
                <a:moveTo>
                  <a:pt x="0" y="0"/>
                </a:moveTo>
                <a:lnTo>
                  <a:pt x="5591" y="585"/>
                </a:lnTo>
                <a:lnTo>
                  <a:pt x="4415" y="588"/>
                </a:lnTo>
                <a:lnTo>
                  <a:pt x="12" y="4"/>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128" name="CustomShape 3" hidden="1"/>
          <p:cNvSpPr/>
          <p:nvPr/>
        </p:nvSpPr>
        <p:spPr>
          <a:xfrm>
            <a:off x="-6120" y="5791320"/>
            <a:ext cx="3398040" cy="1076400"/>
          </a:xfrm>
          <a:prstGeom prst="rtTriangle">
            <a:avLst/>
          </a:prstGeom>
          <a:blipFill rotWithShape="0">
            <a:blip r:embed="rId2">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129" name="Line 4"/>
          <p:cNvSpPr/>
          <p:nvPr/>
        </p:nvSpPr>
        <p:spPr>
          <a:xfrm>
            <a:off x="-9000" y="5787720"/>
            <a:ext cx="3405240" cy="108432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sp>
        <p:nvSpPr>
          <p:cNvPr id="130" name="CustomShape 5"/>
          <p:cNvSpPr/>
          <p:nvPr/>
        </p:nvSpPr>
        <p:spPr>
          <a:xfrm>
            <a:off x="0" y="4664160"/>
            <a:ext cx="9146880" cy="360"/>
          </a:xfrm>
          <a:prstGeom prst="rtTriangle">
            <a:avLst/>
          </a:prstGeom>
          <a:gradFill rotWithShape="0">
            <a:gsLst>
              <a:gs pos="0">
                <a:srgbClr val="007795"/>
              </a:gs>
              <a:gs pos="100000">
                <a:srgbClr val="4bbade"/>
              </a:gs>
            </a:gsLst>
            <a:lin ang="3000000"/>
          </a:grad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4640" bIns="-44640" anchor="t">
            <a:noAutofit/>
          </a:bodyPr>
          <a:p>
            <a:pPr>
              <a:lnSpc>
                <a:spcPct val="100000"/>
              </a:lnSpc>
            </a:pPr>
            <a:endParaRPr b="0" lang="fr-FR" sz="1800" spc="-1" strike="noStrike">
              <a:solidFill>
                <a:srgbClr val="000000"/>
              </a:solidFill>
              <a:latin typeface="Arial"/>
              <a:ea typeface="DejaVu Sans"/>
            </a:endParaRPr>
          </a:p>
        </p:txBody>
      </p:sp>
      <p:grpSp>
        <p:nvGrpSpPr>
          <p:cNvPr id="131" name="Group 7"/>
          <p:cNvGrpSpPr/>
          <p:nvPr/>
        </p:nvGrpSpPr>
        <p:grpSpPr>
          <a:xfrm>
            <a:off x="-3600" y="4952880"/>
            <a:ext cx="9147600" cy="1908000"/>
            <a:chOff x="-3600" y="4952880"/>
            <a:chExt cx="9147600" cy="1908000"/>
          </a:xfrm>
        </p:grpSpPr>
        <p:sp>
          <p:nvSpPr>
            <p:cNvPr id="132" name="CustomShape 8"/>
            <p:cNvSpPr/>
            <p:nvPr/>
          </p:nvSpPr>
          <p:spPr>
            <a:xfrm>
              <a:off x="1687680" y="4952880"/>
              <a:ext cx="7452000" cy="483840"/>
            </a:xfrm>
            <a:custGeom>
              <a:avLst/>
              <a:gdLst>
                <a:gd name="textAreaLeft" fmla="*/ 0 w 7452000"/>
                <a:gd name="textAreaRight" fmla="*/ 7453080 w 7452000"/>
                <a:gd name="textAreaTop" fmla="*/ 0 h 483840"/>
                <a:gd name="textAreaBottom" fmla="*/ 484920 h 483840"/>
              </a:gdLst>
              <a:ahLst/>
              <a:rect l="textAreaLeft" t="textAreaTop" r="textAreaRight" b="textAreaBottom"/>
              <a:pathLst>
                <a:path w="4697" h="367">
                  <a:moveTo>
                    <a:pt x="4697" y="0"/>
                  </a:moveTo>
                  <a:lnTo>
                    <a:pt x="4697" y="367"/>
                  </a:lnTo>
                  <a:lnTo>
                    <a:pt x="0" y="218"/>
                  </a:lnTo>
                  <a:lnTo>
                    <a:pt x="4697" y="0"/>
                  </a:lnTo>
                  <a:close/>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133" name="CustomShape 9"/>
            <p:cNvSpPr/>
            <p:nvPr/>
          </p:nvSpPr>
          <p:spPr>
            <a:xfrm>
              <a:off x="35280" y="5237640"/>
              <a:ext cx="9104400" cy="784440"/>
            </a:xfrm>
            <a:custGeom>
              <a:avLst/>
              <a:gdLst>
                <a:gd name="textAreaLeft" fmla="*/ 0 w 9104400"/>
                <a:gd name="textAreaRight" fmla="*/ 9105480 w 9104400"/>
                <a:gd name="textAreaTop" fmla="*/ 0 h 784440"/>
                <a:gd name="textAreaBottom" fmla="*/ 785520 h 784440"/>
              </a:gdLst>
              <a:ahLst/>
              <a:rect l="textAreaLeft" t="textAreaTop" r="textAreaRight" b="textAreaBottom"/>
              <a:pathLst>
                <a:path w="5760" h="528">
                  <a:moveTo>
                    <a:pt x="0" y="0"/>
                  </a:moveTo>
                  <a:lnTo>
                    <a:pt x="5760" y="0"/>
                  </a:lnTo>
                  <a:lnTo>
                    <a:pt x="5760" y="528"/>
                  </a:lnTo>
                  <a:lnTo>
                    <a:pt x="48" y="0"/>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134" name="CustomShape 10"/>
            <p:cNvSpPr/>
            <p:nvPr/>
          </p:nvSpPr>
          <p:spPr>
            <a:xfrm>
              <a:off x="0" y="5001120"/>
              <a:ext cx="9139680" cy="1859760"/>
            </a:xfrm>
            <a:custGeom>
              <a:avLst/>
              <a:gdLst>
                <a:gd name="textAreaLeft" fmla="*/ 0 w 9139680"/>
                <a:gd name="textAreaRight" fmla="*/ 9140760 w 9139680"/>
                <a:gd name="textAreaTop" fmla="*/ 0 h 1859760"/>
                <a:gd name="textAreaBottom" fmla="*/ 1860840 h 1859760"/>
              </a:gdLst>
              <a:ahLst/>
              <a:rect l="textAreaLeft" t="textAreaTop" r="textAreaRight" b="textAreaBottom"/>
              <a:pathLst>
                <a:path w="5760" h="1248">
                  <a:moveTo>
                    <a:pt x="0" y="0"/>
                  </a:moveTo>
                  <a:lnTo>
                    <a:pt x="0" y="1248"/>
                  </a:lnTo>
                  <a:lnTo>
                    <a:pt x="5760" y="1248"/>
                  </a:lnTo>
                  <a:lnTo>
                    <a:pt x="5760" y="528"/>
                  </a:lnTo>
                  <a:lnTo>
                    <a:pt x="0" y="0"/>
                  </a:lnTo>
                  <a:close/>
                </a:path>
              </a:pathLst>
            </a:custGeom>
            <a:blipFill rotWithShape="0">
              <a:blip r:embed="rId3">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135" name="Line 11"/>
            <p:cNvSpPr/>
            <p:nvPr/>
          </p:nvSpPr>
          <p:spPr>
            <a:xfrm>
              <a:off x="-3600" y="4997520"/>
              <a:ext cx="9147600" cy="79020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grpSp>
      <p:sp>
        <p:nvSpPr>
          <p:cNvPr id="13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137"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4"/>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0" name="CustomShape 1" hidden="1"/>
          <p:cNvSpPr/>
          <p:nvPr/>
        </p:nvSpPr>
        <p:spPr>
          <a:xfrm>
            <a:off x="499320" y="5945040"/>
            <a:ext cx="4936320" cy="916920"/>
          </a:xfrm>
          <a:custGeom>
            <a:avLst/>
            <a:gdLst>
              <a:gd name="textAreaLeft" fmla="*/ 0 w 4936320"/>
              <a:gd name="textAreaRight" fmla="*/ 4937400 w 4936320"/>
              <a:gd name="textAreaTop" fmla="*/ 0 h 916920"/>
              <a:gd name="textAreaBottom" fmla="*/ 918000 h 916920"/>
            </a:gdLst>
            <a:ahLst/>
            <a:rect l="textAreaLeft" t="textAreaTop" r="textAreaRight" b="textAreaBottom"/>
            <a:pathLst>
              <a:path w="7485" h="337">
                <a:moveTo>
                  <a:pt x="0" y="2"/>
                </a:moveTo>
                <a:lnTo>
                  <a:pt x="7485" y="337"/>
                </a:lnTo>
                <a:lnTo>
                  <a:pt x="5558" y="337"/>
                </a:lnTo>
                <a:lnTo>
                  <a:pt x="1" y="0"/>
                </a:lnTo>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141" name="CustomShape 2" hidden="1"/>
          <p:cNvSpPr/>
          <p:nvPr/>
        </p:nvSpPr>
        <p:spPr>
          <a:xfrm>
            <a:off x="485640" y="5938920"/>
            <a:ext cx="3686040" cy="929160"/>
          </a:xfrm>
          <a:custGeom>
            <a:avLst/>
            <a:gdLst>
              <a:gd name="textAreaLeft" fmla="*/ 0 w 3686040"/>
              <a:gd name="textAreaRight" fmla="*/ 3687120 w 3686040"/>
              <a:gd name="textAreaTop" fmla="*/ 0 h 929160"/>
              <a:gd name="textAreaBottom" fmla="*/ 930240 h 929160"/>
            </a:gdLst>
            <a:ahLst/>
            <a:rect l="textAreaLeft" t="textAreaTop" r="textAreaRight" b="textAreaBottom"/>
            <a:pathLst>
              <a:path w="5591" h="588">
                <a:moveTo>
                  <a:pt x="0" y="0"/>
                </a:moveTo>
                <a:lnTo>
                  <a:pt x="5591" y="585"/>
                </a:lnTo>
                <a:lnTo>
                  <a:pt x="4415" y="588"/>
                </a:lnTo>
                <a:lnTo>
                  <a:pt x="12" y="4"/>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142" name="CustomShape 3" hidden="1"/>
          <p:cNvSpPr/>
          <p:nvPr/>
        </p:nvSpPr>
        <p:spPr>
          <a:xfrm>
            <a:off x="-6120" y="5791320"/>
            <a:ext cx="3398040" cy="1076400"/>
          </a:xfrm>
          <a:prstGeom prst="rtTriangle">
            <a:avLst/>
          </a:prstGeom>
          <a:blipFill rotWithShape="0">
            <a:blip r:embed="rId2">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143" name="Line 4"/>
          <p:cNvSpPr/>
          <p:nvPr/>
        </p:nvSpPr>
        <p:spPr>
          <a:xfrm>
            <a:off x="-9000" y="5787720"/>
            <a:ext cx="3405240" cy="108432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sp>
        <p:nvSpPr>
          <p:cNvPr id="144" name="CustomShape 5"/>
          <p:cNvSpPr/>
          <p:nvPr/>
        </p:nvSpPr>
        <p:spPr>
          <a:xfrm>
            <a:off x="0" y="4664160"/>
            <a:ext cx="9146880" cy="360"/>
          </a:xfrm>
          <a:prstGeom prst="rtTriangle">
            <a:avLst/>
          </a:prstGeom>
          <a:gradFill rotWithShape="0">
            <a:gsLst>
              <a:gs pos="0">
                <a:srgbClr val="007795"/>
              </a:gs>
              <a:gs pos="100000">
                <a:srgbClr val="4bbade"/>
              </a:gs>
            </a:gsLst>
            <a:lin ang="3000000"/>
          </a:grad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4640" bIns="-44640" anchor="t">
            <a:noAutofit/>
          </a:bodyPr>
          <a:p>
            <a:pPr>
              <a:lnSpc>
                <a:spcPct val="100000"/>
              </a:lnSpc>
            </a:pPr>
            <a:endParaRPr b="0" lang="fr-FR" sz="1800" spc="-1" strike="noStrike">
              <a:solidFill>
                <a:srgbClr val="000000"/>
              </a:solidFill>
              <a:latin typeface="Arial"/>
              <a:ea typeface="DejaVu Sans"/>
            </a:endParaRPr>
          </a:p>
        </p:txBody>
      </p:sp>
      <p:grpSp>
        <p:nvGrpSpPr>
          <p:cNvPr id="145" name="Group 7"/>
          <p:cNvGrpSpPr/>
          <p:nvPr/>
        </p:nvGrpSpPr>
        <p:grpSpPr>
          <a:xfrm>
            <a:off x="-3600" y="4952880"/>
            <a:ext cx="9147600" cy="1908000"/>
            <a:chOff x="-3600" y="4952880"/>
            <a:chExt cx="9147600" cy="1908000"/>
          </a:xfrm>
        </p:grpSpPr>
        <p:sp>
          <p:nvSpPr>
            <p:cNvPr id="146" name="CustomShape 8"/>
            <p:cNvSpPr/>
            <p:nvPr/>
          </p:nvSpPr>
          <p:spPr>
            <a:xfrm>
              <a:off x="1687680" y="4952880"/>
              <a:ext cx="7452000" cy="483840"/>
            </a:xfrm>
            <a:custGeom>
              <a:avLst/>
              <a:gdLst>
                <a:gd name="textAreaLeft" fmla="*/ 0 w 7452000"/>
                <a:gd name="textAreaRight" fmla="*/ 7453080 w 7452000"/>
                <a:gd name="textAreaTop" fmla="*/ 0 h 483840"/>
                <a:gd name="textAreaBottom" fmla="*/ 484920 h 483840"/>
              </a:gdLst>
              <a:ahLst/>
              <a:rect l="textAreaLeft" t="textAreaTop" r="textAreaRight" b="textAreaBottom"/>
              <a:pathLst>
                <a:path w="4697" h="367">
                  <a:moveTo>
                    <a:pt x="4697" y="0"/>
                  </a:moveTo>
                  <a:lnTo>
                    <a:pt x="4697" y="367"/>
                  </a:lnTo>
                  <a:lnTo>
                    <a:pt x="0" y="218"/>
                  </a:lnTo>
                  <a:lnTo>
                    <a:pt x="4697" y="0"/>
                  </a:lnTo>
                  <a:close/>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147" name="CustomShape 9"/>
            <p:cNvSpPr/>
            <p:nvPr/>
          </p:nvSpPr>
          <p:spPr>
            <a:xfrm>
              <a:off x="35280" y="5237640"/>
              <a:ext cx="9104400" cy="784440"/>
            </a:xfrm>
            <a:custGeom>
              <a:avLst/>
              <a:gdLst>
                <a:gd name="textAreaLeft" fmla="*/ 0 w 9104400"/>
                <a:gd name="textAreaRight" fmla="*/ 9105480 w 9104400"/>
                <a:gd name="textAreaTop" fmla="*/ 0 h 784440"/>
                <a:gd name="textAreaBottom" fmla="*/ 785520 h 784440"/>
              </a:gdLst>
              <a:ahLst/>
              <a:rect l="textAreaLeft" t="textAreaTop" r="textAreaRight" b="textAreaBottom"/>
              <a:pathLst>
                <a:path w="5760" h="528">
                  <a:moveTo>
                    <a:pt x="0" y="0"/>
                  </a:moveTo>
                  <a:lnTo>
                    <a:pt x="5760" y="0"/>
                  </a:lnTo>
                  <a:lnTo>
                    <a:pt x="5760" y="528"/>
                  </a:lnTo>
                  <a:lnTo>
                    <a:pt x="48" y="0"/>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148" name="CustomShape 10"/>
            <p:cNvSpPr/>
            <p:nvPr/>
          </p:nvSpPr>
          <p:spPr>
            <a:xfrm>
              <a:off x="0" y="5001120"/>
              <a:ext cx="9139680" cy="1859760"/>
            </a:xfrm>
            <a:custGeom>
              <a:avLst/>
              <a:gdLst>
                <a:gd name="textAreaLeft" fmla="*/ 0 w 9139680"/>
                <a:gd name="textAreaRight" fmla="*/ 9140760 w 9139680"/>
                <a:gd name="textAreaTop" fmla="*/ 0 h 1859760"/>
                <a:gd name="textAreaBottom" fmla="*/ 1860840 h 1859760"/>
              </a:gdLst>
              <a:ahLst/>
              <a:rect l="textAreaLeft" t="textAreaTop" r="textAreaRight" b="textAreaBottom"/>
              <a:pathLst>
                <a:path w="5760" h="1248">
                  <a:moveTo>
                    <a:pt x="0" y="0"/>
                  </a:moveTo>
                  <a:lnTo>
                    <a:pt x="0" y="1248"/>
                  </a:lnTo>
                  <a:lnTo>
                    <a:pt x="5760" y="1248"/>
                  </a:lnTo>
                  <a:lnTo>
                    <a:pt x="5760" y="528"/>
                  </a:lnTo>
                  <a:lnTo>
                    <a:pt x="0" y="0"/>
                  </a:lnTo>
                  <a:close/>
                </a:path>
              </a:pathLst>
            </a:custGeom>
            <a:blipFill rotWithShape="0">
              <a:blip r:embed="rId3">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149" name="Line 11"/>
            <p:cNvSpPr/>
            <p:nvPr/>
          </p:nvSpPr>
          <p:spPr>
            <a:xfrm>
              <a:off x="-3600" y="4997520"/>
              <a:ext cx="9147600" cy="79020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grpSp>
      <p:sp>
        <p:nvSpPr>
          <p:cNvPr id="15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151"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fontScale="98333"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152"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fontScale="98333"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4"/>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6" name="CustomShape 1" hidden="1"/>
          <p:cNvSpPr/>
          <p:nvPr/>
        </p:nvSpPr>
        <p:spPr>
          <a:xfrm>
            <a:off x="499320" y="5945040"/>
            <a:ext cx="4936320" cy="916920"/>
          </a:xfrm>
          <a:custGeom>
            <a:avLst/>
            <a:gdLst>
              <a:gd name="textAreaLeft" fmla="*/ 0 w 4936320"/>
              <a:gd name="textAreaRight" fmla="*/ 4937400 w 4936320"/>
              <a:gd name="textAreaTop" fmla="*/ 0 h 916920"/>
              <a:gd name="textAreaBottom" fmla="*/ 918000 h 916920"/>
            </a:gdLst>
            <a:ahLst/>
            <a:rect l="textAreaLeft" t="textAreaTop" r="textAreaRight" b="textAreaBottom"/>
            <a:pathLst>
              <a:path w="7485" h="337">
                <a:moveTo>
                  <a:pt x="0" y="2"/>
                </a:moveTo>
                <a:lnTo>
                  <a:pt x="7485" y="337"/>
                </a:lnTo>
                <a:lnTo>
                  <a:pt x="5558" y="337"/>
                </a:lnTo>
                <a:lnTo>
                  <a:pt x="1" y="0"/>
                </a:lnTo>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157" name="CustomShape 2" hidden="1"/>
          <p:cNvSpPr/>
          <p:nvPr/>
        </p:nvSpPr>
        <p:spPr>
          <a:xfrm>
            <a:off x="485640" y="5938920"/>
            <a:ext cx="3686040" cy="929160"/>
          </a:xfrm>
          <a:custGeom>
            <a:avLst/>
            <a:gdLst>
              <a:gd name="textAreaLeft" fmla="*/ 0 w 3686040"/>
              <a:gd name="textAreaRight" fmla="*/ 3687120 w 3686040"/>
              <a:gd name="textAreaTop" fmla="*/ 0 h 929160"/>
              <a:gd name="textAreaBottom" fmla="*/ 930240 h 929160"/>
            </a:gdLst>
            <a:ahLst/>
            <a:rect l="textAreaLeft" t="textAreaTop" r="textAreaRight" b="textAreaBottom"/>
            <a:pathLst>
              <a:path w="5591" h="588">
                <a:moveTo>
                  <a:pt x="0" y="0"/>
                </a:moveTo>
                <a:lnTo>
                  <a:pt x="5591" y="585"/>
                </a:lnTo>
                <a:lnTo>
                  <a:pt x="4415" y="588"/>
                </a:lnTo>
                <a:lnTo>
                  <a:pt x="12" y="4"/>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158" name="CustomShape 3" hidden="1"/>
          <p:cNvSpPr/>
          <p:nvPr/>
        </p:nvSpPr>
        <p:spPr>
          <a:xfrm>
            <a:off x="-6120" y="5791320"/>
            <a:ext cx="3398040" cy="1076400"/>
          </a:xfrm>
          <a:prstGeom prst="rtTriangle">
            <a:avLst/>
          </a:prstGeom>
          <a:blipFill rotWithShape="0">
            <a:blip r:embed="rId2">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159" name="Line 4"/>
          <p:cNvSpPr/>
          <p:nvPr/>
        </p:nvSpPr>
        <p:spPr>
          <a:xfrm>
            <a:off x="-9000" y="5787720"/>
            <a:ext cx="3405240" cy="108432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sp>
        <p:nvSpPr>
          <p:cNvPr id="160" name="CustomShape 5"/>
          <p:cNvSpPr/>
          <p:nvPr/>
        </p:nvSpPr>
        <p:spPr>
          <a:xfrm>
            <a:off x="0" y="4664160"/>
            <a:ext cx="9146880" cy="360"/>
          </a:xfrm>
          <a:prstGeom prst="rtTriangle">
            <a:avLst/>
          </a:prstGeom>
          <a:gradFill rotWithShape="0">
            <a:gsLst>
              <a:gs pos="0">
                <a:srgbClr val="007795"/>
              </a:gs>
              <a:gs pos="100000">
                <a:srgbClr val="4bbade"/>
              </a:gs>
            </a:gsLst>
            <a:lin ang="3000000"/>
          </a:grad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4640" bIns="-44640" anchor="t">
            <a:noAutofit/>
          </a:bodyPr>
          <a:p>
            <a:pPr>
              <a:lnSpc>
                <a:spcPct val="100000"/>
              </a:lnSpc>
            </a:pPr>
            <a:endParaRPr b="0" lang="fr-FR" sz="1800" spc="-1" strike="noStrike">
              <a:solidFill>
                <a:srgbClr val="000000"/>
              </a:solidFill>
              <a:latin typeface="Arial"/>
              <a:ea typeface="DejaVu Sans"/>
            </a:endParaRPr>
          </a:p>
        </p:txBody>
      </p:sp>
      <p:grpSp>
        <p:nvGrpSpPr>
          <p:cNvPr id="161" name="Group 7"/>
          <p:cNvGrpSpPr/>
          <p:nvPr/>
        </p:nvGrpSpPr>
        <p:grpSpPr>
          <a:xfrm>
            <a:off x="-3600" y="4952880"/>
            <a:ext cx="9147600" cy="1908000"/>
            <a:chOff x="-3600" y="4952880"/>
            <a:chExt cx="9147600" cy="1908000"/>
          </a:xfrm>
        </p:grpSpPr>
        <p:sp>
          <p:nvSpPr>
            <p:cNvPr id="162" name="CustomShape 8"/>
            <p:cNvSpPr/>
            <p:nvPr/>
          </p:nvSpPr>
          <p:spPr>
            <a:xfrm>
              <a:off x="1687680" y="4952880"/>
              <a:ext cx="7452000" cy="483840"/>
            </a:xfrm>
            <a:custGeom>
              <a:avLst/>
              <a:gdLst>
                <a:gd name="textAreaLeft" fmla="*/ 0 w 7452000"/>
                <a:gd name="textAreaRight" fmla="*/ 7453080 w 7452000"/>
                <a:gd name="textAreaTop" fmla="*/ 0 h 483840"/>
                <a:gd name="textAreaBottom" fmla="*/ 484920 h 483840"/>
              </a:gdLst>
              <a:ahLst/>
              <a:rect l="textAreaLeft" t="textAreaTop" r="textAreaRight" b="textAreaBottom"/>
              <a:pathLst>
                <a:path w="4697" h="367">
                  <a:moveTo>
                    <a:pt x="4697" y="0"/>
                  </a:moveTo>
                  <a:lnTo>
                    <a:pt x="4697" y="367"/>
                  </a:lnTo>
                  <a:lnTo>
                    <a:pt x="0" y="218"/>
                  </a:lnTo>
                  <a:lnTo>
                    <a:pt x="4697" y="0"/>
                  </a:lnTo>
                  <a:close/>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163" name="CustomShape 9"/>
            <p:cNvSpPr/>
            <p:nvPr/>
          </p:nvSpPr>
          <p:spPr>
            <a:xfrm>
              <a:off x="35280" y="5237640"/>
              <a:ext cx="9104400" cy="784440"/>
            </a:xfrm>
            <a:custGeom>
              <a:avLst/>
              <a:gdLst>
                <a:gd name="textAreaLeft" fmla="*/ 0 w 9104400"/>
                <a:gd name="textAreaRight" fmla="*/ 9105480 w 9104400"/>
                <a:gd name="textAreaTop" fmla="*/ 0 h 784440"/>
                <a:gd name="textAreaBottom" fmla="*/ 785520 h 784440"/>
              </a:gdLst>
              <a:ahLst/>
              <a:rect l="textAreaLeft" t="textAreaTop" r="textAreaRight" b="textAreaBottom"/>
              <a:pathLst>
                <a:path w="5760" h="528">
                  <a:moveTo>
                    <a:pt x="0" y="0"/>
                  </a:moveTo>
                  <a:lnTo>
                    <a:pt x="5760" y="0"/>
                  </a:lnTo>
                  <a:lnTo>
                    <a:pt x="5760" y="528"/>
                  </a:lnTo>
                  <a:lnTo>
                    <a:pt x="48" y="0"/>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164" name="CustomShape 10"/>
            <p:cNvSpPr/>
            <p:nvPr/>
          </p:nvSpPr>
          <p:spPr>
            <a:xfrm>
              <a:off x="0" y="5001120"/>
              <a:ext cx="9139680" cy="1859760"/>
            </a:xfrm>
            <a:custGeom>
              <a:avLst/>
              <a:gdLst>
                <a:gd name="textAreaLeft" fmla="*/ 0 w 9139680"/>
                <a:gd name="textAreaRight" fmla="*/ 9140760 w 9139680"/>
                <a:gd name="textAreaTop" fmla="*/ 0 h 1859760"/>
                <a:gd name="textAreaBottom" fmla="*/ 1860840 h 1859760"/>
              </a:gdLst>
              <a:ahLst/>
              <a:rect l="textAreaLeft" t="textAreaTop" r="textAreaRight" b="textAreaBottom"/>
              <a:pathLst>
                <a:path w="5760" h="1248">
                  <a:moveTo>
                    <a:pt x="0" y="0"/>
                  </a:moveTo>
                  <a:lnTo>
                    <a:pt x="0" y="1248"/>
                  </a:lnTo>
                  <a:lnTo>
                    <a:pt x="5760" y="1248"/>
                  </a:lnTo>
                  <a:lnTo>
                    <a:pt x="5760" y="528"/>
                  </a:lnTo>
                  <a:lnTo>
                    <a:pt x="0" y="0"/>
                  </a:lnTo>
                  <a:close/>
                </a:path>
              </a:pathLst>
            </a:custGeom>
            <a:blipFill rotWithShape="0">
              <a:blip r:embed="rId3">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165" name="Line 11"/>
            <p:cNvSpPr/>
            <p:nvPr/>
          </p:nvSpPr>
          <p:spPr>
            <a:xfrm>
              <a:off x="-3600" y="4997520"/>
              <a:ext cx="9147600" cy="79020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grpSp>
      <p:sp>
        <p:nvSpPr>
          <p:cNvPr id="16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4"/>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8" name="CustomShape 1" hidden="1"/>
          <p:cNvSpPr/>
          <p:nvPr/>
        </p:nvSpPr>
        <p:spPr>
          <a:xfrm>
            <a:off x="499320" y="5945040"/>
            <a:ext cx="4936320" cy="916920"/>
          </a:xfrm>
          <a:custGeom>
            <a:avLst/>
            <a:gdLst>
              <a:gd name="textAreaLeft" fmla="*/ 0 w 4936320"/>
              <a:gd name="textAreaRight" fmla="*/ 4937400 w 4936320"/>
              <a:gd name="textAreaTop" fmla="*/ 0 h 916920"/>
              <a:gd name="textAreaBottom" fmla="*/ 918000 h 916920"/>
            </a:gdLst>
            <a:ahLst/>
            <a:rect l="textAreaLeft" t="textAreaTop" r="textAreaRight" b="textAreaBottom"/>
            <a:pathLst>
              <a:path w="7485" h="337">
                <a:moveTo>
                  <a:pt x="0" y="2"/>
                </a:moveTo>
                <a:lnTo>
                  <a:pt x="7485" y="337"/>
                </a:lnTo>
                <a:lnTo>
                  <a:pt x="5558" y="337"/>
                </a:lnTo>
                <a:lnTo>
                  <a:pt x="1" y="0"/>
                </a:lnTo>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169" name="CustomShape 2" hidden="1"/>
          <p:cNvSpPr/>
          <p:nvPr/>
        </p:nvSpPr>
        <p:spPr>
          <a:xfrm>
            <a:off x="485640" y="5938920"/>
            <a:ext cx="3686040" cy="929160"/>
          </a:xfrm>
          <a:custGeom>
            <a:avLst/>
            <a:gdLst>
              <a:gd name="textAreaLeft" fmla="*/ 0 w 3686040"/>
              <a:gd name="textAreaRight" fmla="*/ 3687120 w 3686040"/>
              <a:gd name="textAreaTop" fmla="*/ 0 h 929160"/>
              <a:gd name="textAreaBottom" fmla="*/ 930240 h 929160"/>
            </a:gdLst>
            <a:ahLst/>
            <a:rect l="textAreaLeft" t="textAreaTop" r="textAreaRight" b="textAreaBottom"/>
            <a:pathLst>
              <a:path w="5591" h="588">
                <a:moveTo>
                  <a:pt x="0" y="0"/>
                </a:moveTo>
                <a:lnTo>
                  <a:pt x="5591" y="585"/>
                </a:lnTo>
                <a:lnTo>
                  <a:pt x="4415" y="588"/>
                </a:lnTo>
                <a:lnTo>
                  <a:pt x="12" y="4"/>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170" name="CustomShape 3" hidden="1"/>
          <p:cNvSpPr/>
          <p:nvPr/>
        </p:nvSpPr>
        <p:spPr>
          <a:xfrm>
            <a:off x="-6120" y="5791320"/>
            <a:ext cx="3398040" cy="1076400"/>
          </a:xfrm>
          <a:prstGeom prst="rtTriangle">
            <a:avLst/>
          </a:prstGeom>
          <a:blipFill rotWithShape="0">
            <a:blip r:embed="rId2">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171" name="Line 4"/>
          <p:cNvSpPr/>
          <p:nvPr/>
        </p:nvSpPr>
        <p:spPr>
          <a:xfrm>
            <a:off x="-9000" y="5787720"/>
            <a:ext cx="3405240" cy="108432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sp>
        <p:nvSpPr>
          <p:cNvPr id="172" name="CustomShape 5"/>
          <p:cNvSpPr/>
          <p:nvPr/>
        </p:nvSpPr>
        <p:spPr>
          <a:xfrm>
            <a:off x="0" y="4664160"/>
            <a:ext cx="9146880" cy="360"/>
          </a:xfrm>
          <a:prstGeom prst="rtTriangle">
            <a:avLst/>
          </a:prstGeom>
          <a:gradFill rotWithShape="0">
            <a:gsLst>
              <a:gs pos="0">
                <a:srgbClr val="007795"/>
              </a:gs>
              <a:gs pos="100000">
                <a:srgbClr val="4bbade"/>
              </a:gs>
            </a:gsLst>
            <a:lin ang="3000000"/>
          </a:grad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4640" bIns="-44640" anchor="t">
            <a:noAutofit/>
          </a:bodyPr>
          <a:p>
            <a:pPr>
              <a:lnSpc>
                <a:spcPct val="100000"/>
              </a:lnSpc>
            </a:pPr>
            <a:endParaRPr b="0" lang="fr-FR" sz="1800" spc="-1" strike="noStrike">
              <a:solidFill>
                <a:srgbClr val="000000"/>
              </a:solidFill>
              <a:latin typeface="Arial"/>
              <a:ea typeface="DejaVu Sans"/>
            </a:endParaRPr>
          </a:p>
        </p:txBody>
      </p:sp>
      <p:grpSp>
        <p:nvGrpSpPr>
          <p:cNvPr id="173" name="Group 7"/>
          <p:cNvGrpSpPr/>
          <p:nvPr/>
        </p:nvGrpSpPr>
        <p:grpSpPr>
          <a:xfrm>
            <a:off x="-3600" y="4952880"/>
            <a:ext cx="9147600" cy="1908000"/>
            <a:chOff x="-3600" y="4952880"/>
            <a:chExt cx="9147600" cy="1908000"/>
          </a:xfrm>
        </p:grpSpPr>
        <p:sp>
          <p:nvSpPr>
            <p:cNvPr id="174" name="CustomShape 8"/>
            <p:cNvSpPr/>
            <p:nvPr/>
          </p:nvSpPr>
          <p:spPr>
            <a:xfrm>
              <a:off x="1687680" y="4952880"/>
              <a:ext cx="7452000" cy="483840"/>
            </a:xfrm>
            <a:custGeom>
              <a:avLst/>
              <a:gdLst>
                <a:gd name="textAreaLeft" fmla="*/ 0 w 7452000"/>
                <a:gd name="textAreaRight" fmla="*/ 7453080 w 7452000"/>
                <a:gd name="textAreaTop" fmla="*/ 0 h 483840"/>
                <a:gd name="textAreaBottom" fmla="*/ 484920 h 483840"/>
              </a:gdLst>
              <a:ahLst/>
              <a:rect l="textAreaLeft" t="textAreaTop" r="textAreaRight" b="textAreaBottom"/>
              <a:pathLst>
                <a:path w="4697" h="367">
                  <a:moveTo>
                    <a:pt x="4697" y="0"/>
                  </a:moveTo>
                  <a:lnTo>
                    <a:pt x="4697" y="367"/>
                  </a:lnTo>
                  <a:lnTo>
                    <a:pt x="0" y="218"/>
                  </a:lnTo>
                  <a:lnTo>
                    <a:pt x="4697" y="0"/>
                  </a:lnTo>
                  <a:close/>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175" name="CustomShape 9"/>
            <p:cNvSpPr/>
            <p:nvPr/>
          </p:nvSpPr>
          <p:spPr>
            <a:xfrm>
              <a:off x="35280" y="5237640"/>
              <a:ext cx="9104400" cy="784440"/>
            </a:xfrm>
            <a:custGeom>
              <a:avLst/>
              <a:gdLst>
                <a:gd name="textAreaLeft" fmla="*/ 0 w 9104400"/>
                <a:gd name="textAreaRight" fmla="*/ 9105480 w 9104400"/>
                <a:gd name="textAreaTop" fmla="*/ 0 h 784440"/>
                <a:gd name="textAreaBottom" fmla="*/ 785520 h 784440"/>
              </a:gdLst>
              <a:ahLst/>
              <a:rect l="textAreaLeft" t="textAreaTop" r="textAreaRight" b="textAreaBottom"/>
              <a:pathLst>
                <a:path w="5760" h="528">
                  <a:moveTo>
                    <a:pt x="0" y="0"/>
                  </a:moveTo>
                  <a:lnTo>
                    <a:pt x="5760" y="0"/>
                  </a:lnTo>
                  <a:lnTo>
                    <a:pt x="5760" y="528"/>
                  </a:lnTo>
                  <a:lnTo>
                    <a:pt x="48" y="0"/>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176" name="CustomShape 10"/>
            <p:cNvSpPr/>
            <p:nvPr/>
          </p:nvSpPr>
          <p:spPr>
            <a:xfrm>
              <a:off x="0" y="5001120"/>
              <a:ext cx="9139680" cy="1859760"/>
            </a:xfrm>
            <a:custGeom>
              <a:avLst/>
              <a:gdLst>
                <a:gd name="textAreaLeft" fmla="*/ 0 w 9139680"/>
                <a:gd name="textAreaRight" fmla="*/ 9140760 w 9139680"/>
                <a:gd name="textAreaTop" fmla="*/ 0 h 1859760"/>
                <a:gd name="textAreaBottom" fmla="*/ 1860840 h 1859760"/>
              </a:gdLst>
              <a:ahLst/>
              <a:rect l="textAreaLeft" t="textAreaTop" r="textAreaRight" b="textAreaBottom"/>
              <a:pathLst>
                <a:path w="5760" h="1248">
                  <a:moveTo>
                    <a:pt x="0" y="0"/>
                  </a:moveTo>
                  <a:lnTo>
                    <a:pt x="0" y="1248"/>
                  </a:lnTo>
                  <a:lnTo>
                    <a:pt x="5760" y="1248"/>
                  </a:lnTo>
                  <a:lnTo>
                    <a:pt x="5760" y="528"/>
                  </a:lnTo>
                  <a:lnTo>
                    <a:pt x="0" y="0"/>
                  </a:lnTo>
                  <a:close/>
                </a:path>
              </a:pathLst>
            </a:custGeom>
            <a:blipFill rotWithShape="0">
              <a:blip r:embed="rId3">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177" name="Line 11"/>
            <p:cNvSpPr/>
            <p:nvPr/>
          </p:nvSpPr>
          <p:spPr>
            <a:xfrm>
              <a:off x="-3600" y="4997520"/>
              <a:ext cx="9147600" cy="79020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grpSp>
    </p:spTree>
  </p:cSld>
  <p:clrMap bg1="lt1" bg2="lt2" tx1="dk1" tx2="dk2" accent1="accent1" accent2="accent2" accent3="accent3" accent4="accent4" accent5="accent5" accent6="accent6" hlink="hlink" folHlink="folHlink"/>
  <p:sldLayoutIdLst>
    <p:sldLayoutId id="2147483671" r:id="rId4"/>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8" name="CustomShape 1"/>
          <p:cNvSpPr/>
          <p:nvPr/>
        </p:nvSpPr>
        <p:spPr>
          <a:xfrm>
            <a:off x="499320" y="5945040"/>
            <a:ext cx="4936320" cy="916920"/>
          </a:xfrm>
          <a:custGeom>
            <a:avLst/>
            <a:gdLst>
              <a:gd name="textAreaLeft" fmla="*/ 0 w 4936320"/>
              <a:gd name="textAreaRight" fmla="*/ 4937400 w 4936320"/>
              <a:gd name="textAreaTop" fmla="*/ 0 h 916920"/>
              <a:gd name="textAreaBottom" fmla="*/ 918000 h 916920"/>
            </a:gdLst>
            <a:ahLst/>
            <a:rect l="textAreaLeft" t="textAreaTop" r="textAreaRight" b="textAreaBottom"/>
            <a:pathLst>
              <a:path w="7485" h="337">
                <a:moveTo>
                  <a:pt x="0" y="2"/>
                </a:moveTo>
                <a:lnTo>
                  <a:pt x="7485" y="337"/>
                </a:lnTo>
                <a:lnTo>
                  <a:pt x="5558" y="337"/>
                </a:lnTo>
                <a:lnTo>
                  <a:pt x="1" y="0"/>
                </a:lnTo>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179" name="CustomShape 2"/>
          <p:cNvSpPr/>
          <p:nvPr/>
        </p:nvSpPr>
        <p:spPr>
          <a:xfrm>
            <a:off x="485640" y="5938920"/>
            <a:ext cx="3686040" cy="929160"/>
          </a:xfrm>
          <a:custGeom>
            <a:avLst/>
            <a:gdLst>
              <a:gd name="textAreaLeft" fmla="*/ 0 w 3686040"/>
              <a:gd name="textAreaRight" fmla="*/ 3687120 w 3686040"/>
              <a:gd name="textAreaTop" fmla="*/ 0 h 929160"/>
              <a:gd name="textAreaBottom" fmla="*/ 930240 h 929160"/>
            </a:gdLst>
            <a:ahLst/>
            <a:rect l="textAreaLeft" t="textAreaTop" r="textAreaRight" b="textAreaBottom"/>
            <a:pathLst>
              <a:path w="5591" h="588">
                <a:moveTo>
                  <a:pt x="0" y="0"/>
                </a:moveTo>
                <a:lnTo>
                  <a:pt x="5591" y="585"/>
                </a:lnTo>
                <a:lnTo>
                  <a:pt x="4415" y="588"/>
                </a:lnTo>
                <a:lnTo>
                  <a:pt x="12" y="4"/>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180" name="CustomShape 3"/>
          <p:cNvSpPr/>
          <p:nvPr/>
        </p:nvSpPr>
        <p:spPr>
          <a:xfrm>
            <a:off x="-6120" y="5791320"/>
            <a:ext cx="3398040" cy="1076400"/>
          </a:xfrm>
          <a:prstGeom prst="rtTriangle">
            <a:avLst/>
          </a:prstGeom>
          <a:blipFill rotWithShape="0">
            <a:blip r:embed="rId2">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181" name="Line 4"/>
          <p:cNvSpPr/>
          <p:nvPr/>
        </p:nvSpPr>
        <p:spPr>
          <a:xfrm>
            <a:off x="-9000" y="5787720"/>
            <a:ext cx="3405240" cy="108432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sp>
        <p:nvSpPr>
          <p:cNvPr id="182"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183"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fontScale="98333"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184"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185" name="PlaceHolder 4"/>
          <p:cNvSpPr>
            <a:spLocks noGrp="1"/>
          </p:cNvSpPr>
          <p:nvPr>
            <p:ph type="body"/>
          </p:nvPr>
        </p:nvSpPr>
        <p:spPr>
          <a:xfrm>
            <a:off x="467424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3" r:id="rId3"/>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0" name="CustomShape 1"/>
          <p:cNvSpPr/>
          <p:nvPr/>
        </p:nvSpPr>
        <p:spPr>
          <a:xfrm>
            <a:off x="499320" y="5945040"/>
            <a:ext cx="4936320" cy="916920"/>
          </a:xfrm>
          <a:custGeom>
            <a:avLst/>
            <a:gdLst>
              <a:gd name="textAreaLeft" fmla="*/ 0 w 4936320"/>
              <a:gd name="textAreaRight" fmla="*/ 4937400 w 4936320"/>
              <a:gd name="textAreaTop" fmla="*/ 0 h 916920"/>
              <a:gd name="textAreaBottom" fmla="*/ 918000 h 916920"/>
            </a:gdLst>
            <a:ahLst/>
            <a:rect l="textAreaLeft" t="textAreaTop" r="textAreaRight" b="textAreaBottom"/>
            <a:pathLst>
              <a:path w="7485" h="337">
                <a:moveTo>
                  <a:pt x="0" y="2"/>
                </a:moveTo>
                <a:lnTo>
                  <a:pt x="7485" y="337"/>
                </a:lnTo>
                <a:lnTo>
                  <a:pt x="5558" y="337"/>
                </a:lnTo>
                <a:lnTo>
                  <a:pt x="1" y="0"/>
                </a:lnTo>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191" name="CustomShape 2"/>
          <p:cNvSpPr/>
          <p:nvPr/>
        </p:nvSpPr>
        <p:spPr>
          <a:xfrm>
            <a:off x="485640" y="5938920"/>
            <a:ext cx="3686040" cy="929160"/>
          </a:xfrm>
          <a:custGeom>
            <a:avLst/>
            <a:gdLst>
              <a:gd name="textAreaLeft" fmla="*/ 0 w 3686040"/>
              <a:gd name="textAreaRight" fmla="*/ 3687120 w 3686040"/>
              <a:gd name="textAreaTop" fmla="*/ 0 h 929160"/>
              <a:gd name="textAreaBottom" fmla="*/ 930240 h 929160"/>
            </a:gdLst>
            <a:ahLst/>
            <a:rect l="textAreaLeft" t="textAreaTop" r="textAreaRight" b="textAreaBottom"/>
            <a:pathLst>
              <a:path w="5591" h="588">
                <a:moveTo>
                  <a:pt x="0" y="0"/>
                </a:moveTo>
                <a:lnTo>
                  <a:pt x="5591" y="585"/>
                </a:lnTo>
                <a:lnTo>
                  <a:pt x="4415" y="588"/>
                </a:lnTo>
                <a:lnTo>
                  <a:pt x="12" y="4"/>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192" name="CustomShape 3"/>
          <p:cNvSpPr/>
          <p:nvPr/>
        </p:nvSpPr>
        <p:spPr>
          <a:xfrm>
            <a:off x="-6120" y="5791320"/>
            <a:ext cx="3398040" cy="1076400"/>
          </a:xfrm>
          <a:prstGeom prst="rtTriangle">
            <a:avLst/>
          </a:prstGeom>
          <a:blipFill rotWithShape="0">
            <a:blip r:embed="rId2">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193" name="Line 4"/>
          <p:cNvSpPr/>
          <p:nvPr/>
        </p:nvSpPr>
        <p:spPr>
          <a:xfrm>
            <a:off x="-9000" y="5787720"/>
            <a:ext cx="3405240" cy="108432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sp>
        <p:nvSpPr>
          <p:cNvPr id="19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195"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196"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197" name="PlaceHolder 4"/>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3"/>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2" name="CustomShape 1"/>
          <p:cNvSpPr/>
          <p:nvPr/>
        </p:nvSpPr>
        <p:spPr>
          <a:xfrm>
            <a:off x="499320" y="5945040"/>
            <a:ext cx="4936320" cy="916920"/>
          </a:xfrm>
          <a:custGeom>
            <a:avLst/>
            <a:gdLst>
              <a:gd name="textAreaLeft" fmla="*/ 0 w 4936320"/>
              <a:gd name="textAreaRight" fmla="*/ 4937400 w 4936320"/>
              <a:gd name="textAreaTop" fmla="*/ 0 h 916920"/>
              <a:gd name="textAreaBottom" fmla="*/ 918000 h 916920"/>
            </a:gdLst>
            <a:ahLst/>
            <a:rect l="textAreaLeft" t="textAreaTop" r="textAreaRight" b="textAreaBottom"/>
            <a:pathLst>
              <a:path w="7485" h="337">
                <a:moveTo>
                  <a:pt x="0" y="2"/>
                </a:moveTo>
                <a:lnTo>
                  <a:pt x="7485" y="337"/>
                </a:lnTo>
                <a:lnTo>
                  <a:pt x="5558" y="337"/>
                </a:lnTo>
                <a:lnTo>
                  <a:pt x="1" y="0"/>
                </a:lnTo>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203" name="CustomShape 2"/>
          <p:cNvSpPr/>
          <p:nvPr/>
        </p:nvSpPr>
        <p:spPr>
          <a:xfrm>
            <a:off x="485640" y="5938920"/>
            <a:ext cx="3686040" cy="929160"/>
          </a:xfrm>
          <a:custGeom>
            <a:avLst/>
            <a:gdLst>
              <a:gd name="textAreaLeft" fmla="*/ 0 w 3686040"/>
              <a:gd name="textAreaRight" fmla="*/ 3687120 w 3686040"/>
              <a:gd name="textAreaTop" fmla="*/ 0 h 929160"/>
              <a:gd name="textAreaBottom" fmla="*/ 930240 h 929160"/>
            </a:gdLst>
            <a:ahLst/>
            <a:rect l="textAreaLeft" t="textAreaTop" r="textAreaRight" b="textAreaBottom"/>
            <a:pathLst>
              <a:path w="5591" h="588">
                <a:moveTo>
                  <a:pt x="0" y="0"/>
                </a:moveTo>
                <a:lnTo>
                  <a:pt x="5591" y="585"/>
                </a:lnTo>
                <a:lnTo>
                  <a:pt x="4415" y="588"/>
                </a:lnTo>
                <a:lnTo>
                  <a:pt x="12" y="4"/>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204" name="CustomShape 3"/>
          <p:cNvSpPr/>
          <p:nvPr/>
        </p:nvSpPr>
        <p:spPr>
          <a:xfrm>
            <a:off x="-6120" y="5791320"/>
            <a:ext cx="3398040" cy="1076400"/>
          </a:xfrm>
          <a:prstGeom prst="rtTriangle">
            <a:avLst/>
          </a:prstGeom>
          <a:blipFill rotWithShape="0">
            <a:blip r:embed="rId2">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205" name="Line 4"/>
          <p:cNvSpPr/>
          <p:nvPr/>
        </p:nvSpPr>
        <p:spPr>
          <a:xfrm>
            <a:off x="-9000" y="5787720"/>
            <a:ext cx="3405240" cy="108432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sp>
        <p:nvSpPr>
          <p:cNvPr id="20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207" name="PlaceHolder 2"/>
          <p:cNvSpPr>
            <a:spLocks noGrp="1"/>
          </p:cNvSpPr>
          <p:nvPr>
            <p:ph type="body"/>
          </p:nvPr>
        </p:nvSpPr>
        <p:spPr>
          <a:xfrm>
            <a:off x="457200" y="160452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208" name="PlaceHolder 3"/>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7"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2" name="CustomShape 1"/>
          <p:cNvSpPr/>
          <p:nvPr/>
        </p:nvSpPr>
        <p:spPr>
          <a:xfrm>
            <a:off x="499320" y="5945040"/>
            <a:ext cx="4936320" cy="916920"/>
          </a:xfrm>
          <a:custGeom>
            <a:avLst/>
            <a:gdLst>
              <a:gd name="textAreaLeft" fmla="*/ 0 w 4936320"/>
              <a:gd name="textAreaRight" fmla="*/ 4937400 w 4936320"/>
              <a:gd name="textAreaTop" fmla="*/ 0 h 916920"/>
              <a:gd name="textAreaBottom" fmla="*/ 918000 h 916920"/>
            </a:gdLst>
            <a:ahLst/>
            <a:rect l="textAreaLeft" t="textAreaTop" r="textAreaRight" b="textAreaBottom"/>
            <a:pathLst>
              <a:path w="7485" h="337">
                <a:moveTo>
                  <a:pt x="0" y="2"/>
                </a:moveTo>
                <a:lnTo>
                  <a:pt x="7485" y="337"/>
                </a:lnTo>
                <a:lnTo>
                  <a:pt x="5558" y="337"/>
                </a:lnTo>
                <a:lnTo>
                  <a:pt x="1" y="0"/>
                </a:lnTo>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213" name="CustomShape 2"/>
          <p:cNvSpPr/>
          <p:nvPr/>
        </p:nvSpPr>
        <p:spPr>
          <a:xfrm>
            <a:off x="485640" y="5938920"/>
            <a:ext cx="3686040" cy="929160"/>
          </a:xfrm>
          <a:custGeom>
            <a:avLst/>
            <a:gdLst>
              <a:gd name="textAreaLeft" fmla="*/ 0 w 3686040"/>
              <a:gd name="textAreaRight" fmla="*/ 3687120 w 3686040"/>
              <a:gd name="textAreaTop" fmla="*/ 0 h 929160"/>
              <a:gd name="textAreaBottom" fmla="*/ 930240 h 929160"/>
            </a:gdLst>
            <a:ahLst/>
            <a:rect l="textAreaLeft" t="textAreaTop" r="textAreaRight" b="textAreaBottom"/>
            <a:pathLst>
              <a:path w="5591" h="588">
                <a:moveTo>
                  <a:pt x="0" y="0"/>
                </a:moveTo>
                <a:lnTo>
                  <a:pt x="5591" y="585"/>
                </a:lnTo>
                <a:lnTo>
                  <a:pt x="4415" y="588"/>
                </a:lnTo>
                <a:lnTo>
                  <a:pt x="12" y="4"/>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214" name="CustomShape 3"/>
          <p:cNvSpPr/>
          <p:nvPr/>
        </p:nvSpPr>
        <p:spPr>
          <a:xfrm>
            <a:off x="-6120" y="5791320"/>
            <a:ext cx="3398040" cy="1076400"/>
          </a:xfrm>
          <a:prstGeom prst="rtTriangle">
            <a:avLst/>
          </a:prstGeom>
          <a:blipFill rotWithShape="0">
            <a:blip r:embed="rId2">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215" name="Line 4"/>
          <p:cNvSpPr/>
          <p:nvPr/>
        </p:nvSpPr>
        <p:spPr>
          <a:xfrm>
            <a:off x="-9000" y="5787720"/>
            <a:ext cx="3405240" cy="108432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sp>
        <p:nvSpPr>
          <p:cNvPr id="21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217"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218"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219"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220" name="PlaceHolder 5"/>
          <p:cNvSpPr>
            <a:spLocks noGrp="1"/>
          </p:cNvSpPr>
          <p:nvPr>
            <p:ph type="body"/>
          </p:nvPr>
        </p:nvSpPr>
        <p:spPr>
          <a:xfrm>
            <a:off x="467424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9" r:id="rId3"/>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6" name="CustomShape 1"/>
          <p:cNvSpPr/>
          <p:nvPr/>
        </p:nvSpPr>
        <p:spPr>
          <a:xfrm>
            <a:off x="499320" y="5945040"/>
            <a:ext cx="4936320" cy="916920"/>
          </a:xfrm>
          <a:custGeom>
            <a:avLst/>
            <a:gdLst>
              <a:gd name="textAreaLeft" fmla="*/ 0 w 4936320"/>
              <a:gd name="textAreaRight" fmla="*/ 4937400 w 4936320"/>
              <a:gd name="textAreaTop" fmla="*/ 0 h 916920"/>
              <a:gd name="textAreaBottom" fmla="*/ 918000 h 916920"/>
            </a:gdLst>
            <a:ahLst/>
            <a:rect l="textAreaLeft" t="textAreaTop" r="textAreaRight" b="textAreaBottom"/>
            <a:pathLst>
              <a:path w="7485" h="337">
                <a:moveTo>
                  <a:pt x="0" y="2"/>
                </a:moveTo>
                <a:lnTo>
                  <a:pt x="7485" y="337"/>
                </a:lnTo>
                <a:lnTo>
                  <a:pt x="5558" y="337"/>
                </a:lnTo>
                <a:lnTo>
                  <a:pt x="1" y="0"/>
                </a:lnTo>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227" name="CustomShape 2"/>
          <p:cNvSpPr/>
          <p:nvPr/>
        </p:nvSpPr>
        <p:spPr>
          <a:xfrm>
            <a:off x="485640" y="5938920"/>
            <a:ext cx="3686040" cy="929160"/>
          </a:xfrm>
          <a:custGeom>
            <a:avLst/>
            <a:gdLst>
              <a:gd name="textAreaLeft" fmla="*/ 0 w 3686040"/>
              <a:gd name="textAreaRight" fmla="*/ 3687120 w 3686040"/>
              <a:gd name="textAreaTop" fmla="*/ 0 h 929160"/>
              <a:gd name="textAreaBottom" fmla="*/ 930240 h 929160"/>
            </a:gdLst>
            <a:ahLst/>
            <a:rect l="textAreaLeft" t="textAreaTop" r="textAreaRight" b="textAreaBottom"/>
            <a:pathLst>
              <a:path w="5591" h="588">
                <a:moveTo>
                  <a:pt x="0" y="0"/>
                </a:moveTo>
                <a:lnTo>
                  <a:pt x="5591" y="585"/>
                </a:lnTo>
                <a:lnTo>
                  <a:pt x="4415" y="588"/>
                </a:lnTo>
                <a:lnTo>
                  <a:pt x="12" y="4"/>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228" name="CustomShape 3"/>
          <p:cNvSpPr/>
          <p:nvPr/>
        </p:nvSpPr>
        <p:spPr>
          <a:xfrm>
            <a:off x="-6120" y="5791320"/>
            <a:ext cx="3398040" cy="1076400"/>
          </a:xfrm>
          <a:prstGeom prst="rtTriangle">
            <a:avLst/>
          </a:prstGeom>
          <a:blipFill rotWithShape="0">
            <a:blip r:embed="rId2">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229" name="Line 4"/>
          <p:cNvSpPr/>
          <p:nvPr/>
        </p:nvSpPr>
        <p:spPr>
          <a:xfrm>
            <a:off x="-9000" y="5787720"/>
            <a:ext cx="3405240" cy="108432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spTree>
  </p:cSld>
  <p:clrMap bg1="lt1" bg2="lt2" tx1="dk1" tx2="dk2" accent1="accent1" accent2="accent2" accent3="accent3" accent4="accent4" accent5="accent5" accent6="accent6" hlink="hlink" folHlink="folHlink"/>
  <p:sldLayoutIdLst>
    <p:sldLayoutId id="2147483681" r:id="rId3"/>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0" name="CustomShape 1"/>
          <p:cNvSpPr/>
          <p:nvPr/>
        </p:nvSpPr>
        <p:spPr>
          <a:xfrm>
            <a:off x="499320" y="5945040"/>
            <a:ext cx="4936320" cy="916920"/>
          </a:xfrm>
          <a:custGeom>
            <a:avLst/>
            <a:gdLst>
              <a:gd name="textAreaLeft" fmla="*/ 0 w 4936320"/>
              <a:gd name="textAreaRight" fmla="*/ 4937400 w 4936320"/>
              <a:gd name="textAreaTop" fmla="*/ 0 h 916920"/>
              <a:gd name="textAreaBottom" fmla="*/ 918000 h 916920"/>
            </a:gdLst>
            <a:ahLst/>
            <a:rect l="textAreaLeft" t="textAreaTop" r="textAreaRight" b="textAreaBottom"/>
            <a:pathLst>
              <a:path w="7485" h="337">
                <a:moveTo>
                  <a:pt x="0" y="2"/>
                </a:moveTo>
                <a:lnTo>
                  <a:pt x="7485" y="337"/>
                </a:lnTo>
                <a:lnTo>
                  <a:pt x="5558" y="337"/>
                </a:lnTo>
                <a:lnTo>
                  <a:pt x="1" y="0"/>
                </a:lnTo>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231" name="CustomShape 2"/>
          <p:cNvSpPr/>
          <p:nvPr/>
        </p:nvSpPr>
        <p:spPr>
          <a:xfrm>
            <a:off x="485640" y="5938920"/>
            <a:ext cx="3686040" cy="929160"/>
          </a:xfrm>
          <a:custGeom>
            <a:avLst/>
            <a:gdLst>
              <a:gd name="textAreaLeft" fmla="*/ 0 w 3686040"/>
              <a:gd name="textAreaRight" fmla="*/ 3687120 w 3686040"/>
              <a:gd name="textAreaTop" fmla="*/ 0 h 929160"/>
              <a:gd name="textAreaBottom" fmla="*/ 930240 h 929160"/>
            </a:gdLst>
            <a:ahLst/>
            <a:rect l="textAreaLeft" t="textAreaTop" r="textAreaRight" b="textAreaBottom"/>
            <a:pathLst>
              <a:path w="5591" h="588">
                <a:moveTo>
                  <a:pt x="0" y="0"/>
                </a:moveTo>
                <a:lnTo>
                  <a:pt x="5591" y="585"/>
                </a:lnTo>
                <a:lnTo>
                  <a:pt x="4415" y="588"/>
                </a:lnTo>
                <a:lnTo>
                  <a:pt x="12" y="4"/>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232" name="CustomShape 3"/>
          <p:cNvSpPr/>
          <p:nvPr/>
        </p:nvSpPr>
        <p:spPr>
          <a:xfrm>
            <a:off x="-6120" y="5791320"/>
            <a:ext cx="3398040" cy="1076400"/>
          </a:xfrm>
          <a:prstGeom prst="rtTriangle">
            <a:avLst/>
          </a:prstGeom>
          <a:blipFill rotWithShape="0">
            <a:blip r:embed="rId2">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233" name="Line 4"/>
          <p:cNvSpPr/>
          <p:nvPr/>
        </p:nvSpPr>
        <p:spPr>
          <a:xfrm>
            <a:off x="-9000" y="5787720"/>
            <a:ext cx="3405240" cy="108432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sp>
        <p:nvSpPr>
          <p:cNvPr id="23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fr-FR" sz="4400" spc="-1" strike="noStrike">
                <a:solidFill>
                  <a:srgbClr val="000000"/>
                </a:solidFill>
                <a:latin typeface="Arial"/>
              </a:rPr>
              <a:t>Cliquez pour éditer le format du texte-titre</a:t>
            </a:r>
            <a:endParaRPr b="0" lang="fr-FR" sz="4400" spc="-1" strike="noStrike">
              <a:solidFill>
                <a:srgbClr val="000000"/>
              </a:solidFill>
              <a:latin typeface="Arial"/>
            </a:endParaRPr>
          </a:p>
        </p:txBody>
      </p:sp>
      <p:sp>
        <p:nvSpPr>
          <p:cNvPr id="235"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3200" spc="-1" strike="noStrike">
                <a:solidFill>
                  <a:srgbClr val="000000"/>
                </a:solidFill>
                <a:latin typeface="Arial"/>
              </a:rPr>
              <a:t>Cliquez pour éditer le format du plan de texte</a:t>
            </a:r>
            <a:endParaRPr b="0" lang="fr-F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Arial"/>
              </a:rPr>
              <a:t>Second niveau de plan</a:t>
            </a:r>
            <a:endParaRPr b="0" lang="fr-F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2400" spc="-1" strike="noStrike">
                <a:solidFill>
                  <a:srgbClr val="000000"/>
                </a:solidFill>
                <a:latin typeface="Arial"/>
              </a:rPr>
              <a:t>Troisième niveau de plan</a:t>
            </a:r>
            <a:endParaRPr b="0" lang="fr-F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2000" spc="-1" strike="noStrike">
                <a:solidFill>
                  <a:srgbClr val="000000"/>
                </a:solidFill>
                <a:latin typeface="Arial"/>
              </a:rPr>
              <a:t>Quatrième niveau de plan</a:t>
            </a:r>
            <a:endParaRPr b="0" lang="fr-F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Cinquième niveau de plan</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Sixième niveau de plan</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Septième niveau de plan</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3" r:id="rId3"/>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6" name="CustomShape 1"/>
          <p:cNvSpPr/>
          <p:nvPr/>
        </p:nvSpPr>
        <p:spPr>
          <a:xfrm>
            <a:off x="499320" y="5945040"/>
            <a:ext cx="4936320" cy="916920"/>
          </a:xfrm>
          <a:custGeom>
            <a:avLst/>
            <a:gdLst>
              <a:gd name="textAreaLeft" fmla="*/ 0 w 4936320"/>
              <a:gd name="textAreaRight" fmla="*/ 4937400 w 4936320"/>
              <a:gd name="textAreaTop" fmla="*/ 0 h 916920"/>
              <a:gd name="textAreaBottom" fmla="*/ 918000 h 916920"/>
            </a:gdLst>
            <a:ahLst/>
            <a:rect l="textAreaLeft" t="textAreaTop" r="textAreaRight" b="textAreaBottom"/>
            <a:pathLst>
              <a:path w="7485" h="337">
                <a:moveTo>
                  <a:pt x="0" y="2"/>
                </a:moveTo>
                <a:lnTo>
                  <a:pt x="7485" y="337"/>
                </a:lnTo>
                <a:lnTo>
                  <a:pt x="5558" y="337"/>
                </a:lnTo>
                <a:lnTo>
                  <a:pt x="1" y="0"/>
                </a:lnTo>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237" name="CustomShape 2"/>
          <p:cNvSpPr/>
          <p:nvPr/>
        </p:nvSpPr>
        <p:spPr>
          <a:xfrm>
            <a:off x="485640" y="5938920"/>
            <a:ext cx="3686040" cy="929160"/>
          </a:xfrm>
          <a:custGeom>
            <a:avLst/>
            <a:gdLst>
              <a:gd name="textAreaLeft" fmla="*/ 0 w 3686040"/>
              <a:gd name="textAreaRight" fmla="*/ 3687120 w 3686040"/>
              <a:gd name="textAreaTop" fmla="*/ 0 h 929160"/>
              <a:gd name="textAreaBottom" fmla="*/ 930240 h 929160"/>
            </a:gdLst>
            <a:ahLst/>
            <a:rect l="textAreaLeft" t="textAreaTop" r="textAreaRight" b="textAreaBottom"/>
            <a:pathLst>
              <a:path w="5591" h="588">
                <a:moveTo>
                  <a:pt x="0" y="0"/>
                </a:moveTo>
                <a:lnTo>
                  <a:pt x="5591" y="585"/>
                </a:lnTo>
                <a:lnTo>
                  <a:pt x="4415" y="588"/>
                </a:lnTo>
                <a:lnTo>
                  <a:pt x="12" y="4"/>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238" name="CustomShape 3"/>
          <p:cNvSpPr/>
          <p:nvPr/>
        </p:nvSpPr>
        <p:spPr>
          <a:xfrm>
            <a:off x="-6120" y="5791320"/>
            <a:ext cx="3398040" cy="1076400"/>
          </a:xfrm>
          <a:prstGeom prst="rtTriangle">
            <a:avLst/>
          </a:prstGeom>
          <a:blipFill rotWithShape="0">
            <a:blip r:embed="rId2">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239" name="Line 4"/>
          <p:cNvSpPr/>
          <p:nvPr/>
        </p:nvSpPr>
        <p:spPr>
          <a:xfrm>
            <a:off x="-9000" y="5787720"/>
            <a:ext cx="3405240" cy="108432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sp>
        <p:nvSpPr>
          <p:cNvPr id="24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241"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5" r:id="rId3"/>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4" name="CustomShape 1"/>
          <p:cNvSpPr/>
          <p:nvPr/>
        </p:nvSpPr>
        <p:spPr>
          <a:xfrm>
            <a:off x="499320" y="5945040"/>
            <a:ext cx="4936320" cy="916920"/>
          </a:xfrm>
          <a:custGeom>
            <a:avLst/>
            <a:gdLst>
              <a:gd name="textAreaLeft" fmla="*/ 0 w 4936320"/>
              <a:gd name="textAreaRight" fmla="*/ 4937400 w 4936320"/>
              <a:gd name="textAreaTop" fmla="*/ 0 h 916920"/>
              <a:gd name="textAreaBottom" fmla="*/ 918000 h 916920"/>
            </a:gdLst>
            <a:ahLst/>
            <a:rect l="textAreaLeft" t="textAreaTop" r="textAreaRight" b="textAreaBottom"/>
            <a:pathLst>
              <a:path w="7485" h="337">
                <a:moveTo>
                  <a:pt x="0" y="2"/>
                </a:moveTo>
                <a:lnTo>
                  <a:pt x="7485" y="337"/>
                </a:lnTo>
                <a:lnTo>
                  <a:pt x="5558" y="337"/>
                </a:lnTo>
                <a:lnTo>
                  <a:pt x="1" y="0"/>
                </a:lnTo>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245" name="CustomShape 2"/>
          <p:cNvSpPr/>
          <p:nvPr/>
        </p:nvSpPr>
        <p:spPr>
          <a:xfrm>
            <a:off x="485640" y="5938920"/>
            <a:ext cx="3686040" cy="929160"/>
          </a:xfrm>
          <a:custGeom>
            <a:avLst/>
            <a:gdLst>
              <a:gd name="textAreaLeft" fmla="*/ 0 w 3686040"/>
              <a:gd name="textAreaRight" fmla="*/ 3687120 w 3686040"/>
              <a:gd name="textAreaTop" fmla="*/ 0 h 929160"/>
              <a:gd name="textAreaBottom" fmla="*/ 930240 h 929160"/>
            </a:gdLst>
            <a:ahLst/>
            <a:rect l="textAreaLeft" t="textAreaTop" r="textAreaRight" b="textAreaBottom"/>
            <a:pathLst>
              <a:path w="5591" h="588">
                <a:moveTo>
                  <a:pt x="0" y="0"/>
                </a:moveTo>
                <a:lnTo>
                  <a:pt x="5591" y="585"/>
                </a:lnTo>
                <a:lnTo>
                  <a:pt x="4415" y="588"/>
                </a:lnTo>
                <a:lnTo>
                  <a:pt x="12" y="4"/>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246" name="CustomShape 3"/>
          <p:cNvSpPr/>
          <p:nvPr/>
        </p:nvSpPr>
        <p:spPr>
          <a:xfrm>
            <a:off x="-6120" y="5791320"/>
            <a:ext cx="3398040" cy="1076400"/>
          </a:xfrm>
          <a:prstGeom prst="rtTriangle">
            <a:avLst/>
          </a:prstGeom>
          <a:blipFill rotWithShape="0">
            <a:blip r:embed="rId2">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247" name="Line 4"/>
          <p:cNvSpPr/>
          <p:nvPr/>
        </p:nvSpPr>
        <p:spPr>
          <a:xfrm>
            <a:off x="-9000" y="5787720"/>
            <a:ext cx="3405240" cy="108432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sp>
        <p:nvSpPr>
          <p:cNvPr id="24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249"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7" r:id="rId3"/>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2" name="CustomShape 1"/>
          <p:cNvSpPr/>
          <p:nvPr/>
        </p:nvSpPr>
        <p:spPr>
          <a:xfrm>
            <a:off x="499320" y="5945040"/>
            <a:ext cx="4936320" cy="916920"/>
          </a:xfrm>
          <a:custGeom>
            <a:avLst/>
            <a:gdLst>
              <a:gd name="textAreaLeft" fmla="*/ 0 w 4936320"/>
              <a:gd name="textAreaRight" fmla="*/ 4937400 w 4936320"/>
              <a:gd name="textAreaTop" fmla="*/ 0 h 916920"/>
              <a:gd name="textAreaBottom" fmla="*/ 918000 h 916920"/>
            </a:gdLst>
            <a:ahLst/>
            <a:rect l="textAreaLeft" t="textAreaTop" r="textAreaRight" b="textAreaBottom"/>
            <a:pathLst>
              <a:path w="7485" h="337">
                <a:moveTo>
                  <a:pt x="0" y="2"/>
                </a:moveTo>
                <a:lnTo>
                  <a:pt x="7485" y="337"/>
                </a:lnTo>
                <a:lnTo>
                  <a:pt x="5558" y="337"/>
                </a:lnTo>
                <a:lnTo>
                  <a:pt x="1" y="0"/>
                </a:lnTo>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253" name="CustomShape 2"/>
          <p:cNvSpPr/>
          <p:nvPr/>
        </p:nvSpPr>
        <p:spPr>
          <a:xfrm>
            <a:off x="485640" y="5938920"/>
            <a:ext cx="3686040" cy="929160"/>
          </a:xfrm>
          <a:custGeom>
            <a:avLst/>
            <a:gdLst>
              <a:gd name="textAreaLeft" fmla="*/ 0 w 3686040"/>
              <a:gd name="textAreaRight" fmla="*/ 3687120 w 3686040"/>
              <a:gd name="textAreaTop" fmla="*/ 0 h 929160"/>
              <a:gd name="textAreaBottom" fmla="*/ 930240 h 929160"/>
            </a:gdLst>
            <a:ahLst/>
            <a:rect l="textAreaLeft" t="textAreaTop" r="textAreaRight" b="textAreaBottom"/>
            <a:pathLst>
              <a:path w="5591" h="588">
                <a:moveTo>
                  <a:pt x="0" y="0"/>
                </a:moveTo>
                <a:lnTo>
                  <a:pt x="5591" y="585"/>
                </a:lnTo>
                <a:lnTo>
                  <a:pt x="4415" y="588"/>
                </a:lnTo>
                <a:lnTo>
                  <a:pt x="12" y="4"/>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254" name="CustomShape 3"/>
          <p:cNvSpPr/>
          <p:nvPr/>
        </p:nvSpPr>
        <p:spPr>
          <a:xfrm>
            <a:off x="-6120" y="5791320"/>
            <a:ext cx="3398040" cy="1076400"/>
          </a:xfrm>
          <a:prstGeom prst="rtTriangle">
            <a:avLst/>
          </a:prstGeom>
          <a:blipFill rotWithShape="0">
            <a:blip r:embed="rId2">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255" name="Line 4"/>
          <p:cNvSpPr/>
          <p:nvPr/>
        </p:nvSpPr>
        <p:spPr>
          <a:xfrm>
            <a:off x="-9000" y="5787720"/>
            <a:ext cx="3405240" cy="108432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sp>
        <p:nvSpPr>
          <p:cNvPr id="25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257"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fontScale="98333"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258"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fontScale="98333"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9" r:id="rId3"/>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2" name="CustomShape 1"/>
          <p:cNvSpPr/>
          <p:nvPr/>
        </p:nvSpPr>
        <p:spPr>
          <a:xfrm>
            <a:off x="499320" y="5945040"/>
            <a:ext cx="4936320" cy="916920"/>
          </a:xfrm>
          <a:custGeom>
            <a:avLst/>
            <a:gdLst>
              <a:gd name="textAreaLeft" fmla="*/ 0 w 4936320"/>
              <a:gd name="textAreaRight" fmla="*/ 4937400 w 4936320"/>
              <a:gd name="textAreaTop" fmla="*/ 0 h 916920"/>
              <a:gd name="textAreaBottom" fmla="*/ 918000 h 916920"/>
            </a:gdLst>
            <a:ahLst/>
            <a:rect l="textAreaLeft" t="textAreaTop" r="textAreaRight" b="textAreaBottom"/>
            <a:pathLst>
              <a:path w="7485" h="337">
                <a:moveTo>
                  <a:pt x="0" y="2"/>
                </a:moveTo>
                <a:lnTo>
                  <a:pt x="7485" y="337"/>
                </a:lnTo>
                <a:lnTo>
                  <a:pt x="5558" y="337"/>
                </a:lnTo>
                <a:lnTo>
                  <a:pt x="1" y="0"/>
                </a:lnTo>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263" name="CustomShape 2"/>
          <p:cNvSpPr/>
          <p:nvPr/>
        </p:nvSpPr>
        <p:spPr>
          <a:xfrm>
            <a:off x="485640" y="5938920"/>
            <a:ext cx="3686040" cy="929160"/>
          </a:xfrm>
          <a:custGeom>
            <a:avLst/>
            <a:gdLst>
              <a:gd name="textAreaLeft" fmla="*/ 0 w 3686040"/>
              <a:gd name="textAreaRight" fmla="*/ 3687120 w 3686040"/>
              <a:gd name="textAreaTop" fmla="*/ 0 h 929160"/>
              <a:gd name="textAreaBottom" fmla="*/ 930240 h 929160"/>
            </a:gdLst>
            <a:ahLst/>
            <a:rect l="textAreaLeft" t="textAreaTop" r="textAreaRight" b="textAreaBottom"/>
            <a:pathLst>
              <a:path w="5591" h="588">
                <a:moveTo>
                  <a:pt x="0" y="0"/>
                </a:moveTo>
                <a:lnTo>
                  <a:pt x="5591" y="585"/>
                </a:lnTo>
                <a:lnTo>
                  <a:pt x="4415" y="588"/>
                </a:lnTo>
                <a:lnTo>
                  <a:pt x="12" y="4"/>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264" name="CustomShape 3"/>
          <p:cNvSpPr/>
          <p:nvPr/>
        </p:nvSpPr>
        <p:spPr>
          <a:xfrm>
            <a:off x="-6120" y="5791320"/>
            <a:ext cx="3398040" cy="1076400"/>
          </a:xfrm>
          <a:prstGeom prst="rtTriangle">
            <a:avLst/>
          </a:prstGeom>
          <a:blipFill rotWithShape="0">
            <a:blip r:embed="rId2">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265" name="Line 4"/>
          <p:cNvSpPr/>
          <p:nvPr/>
        </p:nvSpPr>
        <p:spPr>
          <a:xfrm>
            <a:off x="-9000" y="5787720"/>
            <a:ext cx="3405240" cy="108432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sp>
        <p:nvSpPr>
          <p:cNvPr id="26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1" r:id="rId3"/>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8" name="CustomShape 1"/>
          <p:cNvSpPr/>
          <p:nvPr/>
        </p:nvSpPr>
        <p:spPr>
          <a:xfrm>
            <a:off x="499320" y="5945040"/>
            <a:ext cx="4936320" cy="916920"/>
          </a:xfrm>
          <a:custGeom>
            <a:avLst/>
            <a:gdLst>
              <a:gd name="textAreaLeft" fmla="*/ 0 w 4936320"/>
              <a:gd name="textAreaRight" fmla="*/ 4937400 w 4936320"/>
              <a:gd name="textAreaTop" fmla="*/ 0 h 916920"/>
              <a:gd name="textAreaBottom" fmla="*/ 918000 h 916920"/>
            </a:gdLst>
            <a:ahLst/>
            <a:rect l="textAreaLeft" t="textAreaTop" r="textAreaRight" b="textAreaBottom"/>
            <a:pathLst>
              <a:path w="7485" h="337">
                <a:moveTo>
                  <a:pt x="0" y="2"/>
                </a:moveTo>
                <a:lnTo>
                  <a:pt x="7485" y="337"/>
                </a:lnTo>
                <a:lnTo>
                  <a:pt x="5558" y="337"/>
                </a:lnTo>
                <a:lnTo>
                  <a:pt x="1" y="0"/>
                </a:lnTo>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269" name="CustomShape 2"/>
          <p:cNvSpPr/>
          <p:nvPr/>
        </p:nvSpPr>
        <p:spPr>
          <a:xfrm>
            <a:off x="485640" y="5938920"/>
            <a:ext cx="3686040" cy="929160"/>
          </a:xfrm>
          <a:custGeom>
            <a:avLst/>
            <a:gdLst>
              <a:gd name="textAreaLeft" fmla="*/ 0 w 3686040"/>
              <a:gd name="textAreaRight" fmla="*/ 3687120 w 3686040"/>
              <a:gd name="textAreaTop" fmla="*/ 0 h 929160"/>
              <a:gd name="textAreaBottom" fmla="*/ 930240 h 929160"/>
            </a:gdLst>
            <a:ahLst/>
            <a:rect l="textAreaLeft" t="textAreaTop" r="textAreaRight" b="textAreaBottom"/>
            <a:pathLst>
              <a:path w="5591" h="588">
                <a:moveTo>
                  <a:pt x="0" y="0"/>
                </a:moveTo>
                <a:lnTo>
                  <a:pt x="5591" y="585"/>
                </a:lnTo>
                <a:lnTo>
                  <a:pt x="4415" y="588"/>
                </a:lnTo>
                <a:lnTo>
                  <a:pt x="12" y="4"/>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270" name="CustomShape 3"/>
          <p:cNvSpPr/>
          <p:nvPr/>
        </p:nvSpPr>
        <p:spPr>
          <a:xfrm>
            <a:off x="-6120" y="5791320"/>
            <a:ext cx="3398040" cy="1076400"/>
          </a:xfrm>
          <a:prstGeom prst="rtTriangle">
            <a:avLst/>
          </a:prstGeom>
          <a:blipFill rotWithShape="0">
            <a:blip r:embed="rId2">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271" name="Line 4"/>
          <p:cNvSpPr/>
          <p:nvPr/>
        </p:nvSpPr>
        <p:spPr>
          <a:xfrm>
            <a:off x="-9000" y="5787720"/>
            <a:ext cx="3405240" cy="108432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spTree>
  </p:cSld>
  <p:clrMap bg1="lt1" bg2="lt2" tx1="dk1" tx2="dk2" accent1="accent1" accent2="accent2" accent3="accent3" accent4="accent4" accent5="accent5" accent6="accent6" hlink="hlink" folHlink="folHlink"/>
  <p:sldLayoutIdLst>
    <p:sldLayoutId id="2147483693" r:id="rId3"/>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2" name="CustomShape 1"/>
          <p:cNvSpPr/>
          <p:nvPr/>
        </p:nvSpPr>
        <p:spPr>
          <a:xfrm>
            <a:off x="499320" y="5945040"/>
            <a:ext cx="4936320" cy="916920"/>
          </a:xfrm>
          <a:custGeom>
            <a:avLst/>
            <a:gdLst>
              <a:gd name="textAreaLeft" fmla="*/ 0 w 4936320"/>
              <a:gd name="textAreaRight" fmla="*/ 4937400 w 4936320"/>
              <a:gd name="textAreaTop" fmla="*/ 0 h 916920"/>
              <a:gd name="textAreaBottom" fmla="*/ 918000 h 916920"/>
            </a:gdLst>
            <a:ahLst/>
            <a:rect l="textAreaLeft" t="textAreaTop" r="textAreaRight" b="textAreaBottom"/>
            <a:pathLst>
              <a:path w="7485" h="337">
                <a:moveTo>
                  <a:pt x="0" y="2"/>
                </a:moveTo>
                <a:lnTo>
                  <a:pt x="7485" y="337"/>
                </a:lnTo>
                <a:lnTo>
                  <a:pt x="5558" y="337"/>
                </a:lnTo>
                <a:lnTo>
                  <a:pt x="1" y="0"/>
                </a:lnTo>
              </a:path>
            </a:pathLst>
          </a:custGeom>
          <a:solidFill>
            <a:schemeClr val="accent1">
              <a:tint val="65000"/>
              <a:satMod val="115000"/>
              <a:alpha val="40000"/>
            </a:schemeClr>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273" name="CustomShape 2"/>
          <p:cNvSpPr/>
          <p:nvPr/>
        </p:nvSpPr>
        <p:spPr>
          <a:xfrm>
            <a:off x="485640" y="5938920"/>
            <a:ext cx="3686040" cy="929160"/>
          </a:xfrm>
          <a:custGeom>
            <a:avLst/>
            <a:gdLst>
              <a:gd name="textAreaLeft" fmla="*/ 0 w 3686040"/>
              <a:gd name="textAreaRight" fmla="*/ 3687120 w 3686040"/>
              <a:gd name="textAreaTop" fmla="*/ 0 h 929160"/>
              <a:gd name="textAreaBottom" fmla="*/ 930240 h 929160"/>
            </a:gdLst>
            <a:ahLst/>
            <a:rect l="textAreaLeft" t="textAreaTop" r="textAreaRight" b="textAreaBottom"/>
            <a:pathLst>
              <a:path w="5591" h="588">
                <a:moveTo>
                  <a:pt x="0" y="0"/>
                </a:moveTo>
                <a:lnTo>
                  <a:pt x="5591" y="585"/>
                </a:lnTo>
                <a:lnTo>
                  <a:pt x="4415" y="588"/>
                </a:lnTo>
                <a:lnTo>
                  <a:pt x="12" y="4"/>
                </a:lnTo>
              </a:path>
            </a:pathLst>
          </a:custGeom>
          <a:solidFill>
            <a:srgbClr val="000000"/>
          </a:solidFill>
          <a:ln w="936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274" name="CustomShape 3"/>
          <p:cNvSpPr/>
          <p:nvPr/>
        </p:nvSpPr>
        <p:spPr>
          <a:xfrm>
            <a:off x="-6120" y="5791320"/>
            <a:ext cx="3398040" cy="1076400"/>
          </a:xfrm>
          <a:prstGeom prst="rtTriangle">
            <a:avLst/>
          </a:prstGeom>
          <a:blipFill rotWithShape="0">
            <a:blip r:embed="rId2">
              <a:alphaModFix amt="50000"/>
            </a:blip>
            <a:srcRect/>
            <a:tile tx="0" ty="0" sx="100000" sy="100000" algn="tl"/>
          </a:blipFill>
          <a:ln w="126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rIns="90000" tIns="45000" bIns="45000" anchor="t">
            <a:noAutofit/>
          </a:bodyPr>
          <a:p>
            <a:pPr>
              <a:lnSpc>
                <a:spcPct val="100000"/>
              </a:lnSpc>
            </a:pPr>
            <a:endParaRPr b="0" lang="fr-FR" sz="1800" spc="-1" strike="noStrike">
              <a:solidFill>
                <a:srgbClr val="000000"/>
              </a:solidFill>
              <a:latin typeface="Arial"/>
              <a:ea typeface="DejaVu Sans"/>
            </a:endParaRPr>
          </a:p>
        </p:txBody>
      </p:sp>
      <p:sp>
        <p:nvSpPr>
          <p:cNvPr id="275" name="Line 4"/>
          <p:cNvSpPr/>
          <p:nvPr/>
        </p:nvSpPr>
        <p:spPr>
          <a:xfrm>
            <a:off x="-9000" y="5787720"/>
            <a:ext cx="3405240" cy="1084320"/>
          </a:xfrm>
          <a:prstGeom prst="line">
            <a:avLst/>
          </a:prstGeom>
          <a:ln w="12240">
            <a:solidFill>
              <a:srgbClr val="196f85"/>
            </a:solidFill>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fr-FR" sz="1800" spc="-1" strike="noStrike">
              <a:solidFill>
                <a:srgbClr val="000000"/>
              </a:solidFill>
              <a:latin typeface="Arial"/>
              <a:ea typeface="DejaVu Sans"/>
            </a:endParaRPr>
          </a:p>
        </p:txBody>
      </p:sp>
      <p:sp>
        <p:nvSpPr>
          <p:cNvPr id="27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277"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278"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fontScale="98333"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279"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5" r:id="rId3"/>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285"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286"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287" name="PlaceHolder 4"/>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288" name="PlaceHolder 5"/>
          <p:cNvSpPr>
            <a:spLocks noGrp="1"/>
          </p:cNvSpPr>
          <p:nvPr>
            <p:ph type="ftr" idx="1"/>
          </p:nvPr>
        </p:nvSpPr>
        <p:spPr>
          <a:xfrm>
            <a:off x="3126960" y="6247440"/>
            <a:ext cx="2895120" cy="469080"/>
          </a:xfrm>
          <a:prstGeom prst="rect">
            <a:avLst/>
          </a:prstGeom>
          <a:noFill/>
          <a:ln w="0">
            <a:noFill/>
          </a:ln>
        </p:spPr>
        <p:txBody>
          <a:bodyPr lIns="0" rIns="0" tIns="0" bIns="0" anchor="t">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289" name="PlaceHolder 6"/>
          <p:cNvSpPr>
            <a:spLocks noGrp="1"/>
          </p:cNvSpPr>
          <p:nvPr>
            <p:ph type="sldNum" idx="2"/>
          </p:nvPr>
        </p:nvSpPr>
        <p:spPr>
          <a:xfrm>
            <a:off x="6555960" y="6247440"/>
            <a:ext cx="2126880" cy="469080"/>
          </a:xfrm>
          <a:prstGeom prst="rect">
            <a:avLst/>
          </a:prstGeom>
          <a:noFill/>
          <a:ln w="0">
            <a:noFill/>
          </a:ln>
        </p:spPr>
        <p:txBody>
          <a:bodyPr lIns="0" rIns="0" tIns="0" bIns="0" anchor="t">
            <a:noAutofit/>
          </a:bodyPr>
          <a:lstStyle>
            <a:lvl1pPr indent="0" algn="r">
              <a:lnSpc>
                <a:spcPct val="100000"/>
              </a:lnSpc>
              <a:buNone/>
              <a:tabLst>
                <a:tab algn="l" pos="0"/>
              </a:tabLst>
              <a:defRPr b="0" lang="fr-FR" sz="1400" spc="-1" strike="noStrike">
                <a:solidFill>
                  <a:srgbClr val="000000"/>
                </a:solidFill>
                <a:latin typeface="Times New Roman"/>
              </a:defRPr>
            </a:lvl1pPr>
          </a:lstStyle>
          <a:p>
            <a:pPr indent="0" algn="r">
              <a:lnSpc>
                <a:spcPct val="100000"/>
              </a:lnSpc>
              <a:buNone/>
              <a:tabLst>
                <a:tab algn="l" pos="0"/>
              </a:tabLst>
            </a:pPr>
            <a:fld id="{59C9CC1F-3EFF-46C9-9DA5-03335CE9BB4D}"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
        <p:nvSpPr>
          <p:cNvPr id="290" name="PlaceHolder 7"/>
          <p:cNvSpPr>
            <a:spLocks noGrp="1"/>
          </p:cNvSpPr>
          <p:nvPr>
            <p:ph type="dt" idx="3"/>
          </p:nvPr>
        </p:nvSpPr>
        <p:spPr>
          <a:xfrm>
            <a:off x="457200" y="6247440"/>
            <a:ext cx="2126880" cy="46908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7" r:id="rId2"/>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296" name="PlaceHolder 2"/>
          <p:cNvSpPr>
            <a:spLocks noGrp="1"/>
          </p:cNvSpPr>
          <p:nvPr>
            <p:ph type="body"/>
          </p:nvPr>
        </p:nvSpPr>
        <p:spPr>
          <a:xfrm>
            <a:off x="457200" y="160452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297" name="PlaceHolder 3"/>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298" name="PlaceHolder 4"/>
          <p:cNvSpPr>
            <a:spLocks noGrp="1"/>
          </p:cNvSpPr>
          <p:nvPr>
            <p:ph type="ftr" idx="4"/>
          </p:nvPr>
        </p:nvSpPr>
        <p:spPr>
          <a:xfrm>
            <a:off x="3126960" y="6247440"/>
            <a:ext cx="2895120" cy="469080"/>
          </a:xfrm>
          <a:prstGeom prst="rect">
            <a:avLst/>
          </a:prstGeom>
          <a:noFill/>
          <a:ln w="0">
            <a:noFill/>
          </a:ln>
        </p:spPr>
        <p:txBody>
          <a:bodyPr lIns="0" rIns="0" tIns="0" bIns="0" anchor="t">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299" name="PlaceHolder 5"/>
          <p:cNvSpPr>
            <a:spLocks noGrp="1"/>
          </p:cNvSpPr>
          <p:nvPr>
            <p:ph type="sldNum" idx="5"/>
          </p:nvPr>
        </p:nvSpPr>
        <p:spPr>
          <a:xfrm>
            <a:off x="6555960" y="6247440"/>
            <a:ext cx="2126880" cy="469080"/>
          </a:xfrm>
          <a:prstGeom prst="rect">
            <a:avLst/>
          </a:prstGeom>
          <a:noFill/>
          <a:ln w="0">
            <a:noFill/>
          </a:ln>
        </p:spPr>
        <p:txBody>
          <a:bodyPr lIns="0" rIns="0" tIns="0" bIns="0" anchor="t">
            <a:noAutofit/>
          </a:bodyPr>
          <a:lstStyle>
            <a:lvl1pPr indent="0" algn="r">
              <a:lnSpc>
                <a:spcPct val="100000"/>
              </a:lnSpc>
              <a:buNone/>
              <a:tabLst>
                <a:tab algn="l" pos="0"/>
              </a:tabLst>
              <a:defRPr b="0" lang="fr-FR" sz="1400" spc="-1" strike="noStrike">
                <a:solidFill>
                  <a:srgbClr val="000000"/>
                </a:solidFill>
                <a:latin typeface="Times New Roman"/>
              </a:defRPr>
            </a:lvl1pPr>
          </a:lstStyle>
          <a:p>
            <a:pPr indent="0" algn="r">
              <a:lnSpc>
                <a:spcPct val="100000"/>
              </a:lnSpc>
              <a:buNone/>
              <a:tabLst>
                <a:tab algn="l" pos="0"/>
              </a:tabLst>
            </a:pPr>
            <a:fld id="{82674112-DD58-4986-9A60-3D93DC483540}"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
        <p:nvSpPr>
          <p:cNvPr id="300" name="PlaceHolder 6"/>
          <p:cNvSpPr>
            <a:spLocks noGrp="1"/>
          </p:cNvSpPr>
          <p:nvPr>
            <p:ph type="dt" idx="6"/>
          </p:nvPr>
        </p:nvSpPr>
        <p:spPr>
          <a:xfrm>
            <a:off x="457200" y="6247440"/>
            <a:ext cx="2126880" cy="46908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9" r:id="rId2"/>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305"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306"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307"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308" name="PlaceHolder 5"/>
          <p:cNvSpPr>
            <a:spLocks noGrp="1"/>
          </p:cNvSpPr>
          <p:nvPr>
            <p:ph type="body"/>
          </p:nvPr>
        </p:nvSpPr>
        <p:spPr>
          <a:xfrm>
            <a:off x="467424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309" name="PlaceHolder 6"/>
          <p:cNvSpPr>
            <a:spLocks noGrp="1"/>
          </p:cNvSpPr>
          <p:nvPr>
            <p:ph type="ftr" idx="7"/>
          </p:nvPr>
        </p:nvSpPr>
        <p:spPr>
          <a:xfrm>
            <a:off x="3126960" y="6247440"/>
            <a:ext cx="2895120" cy="469080"/>
          </a:xfrm>
          <a:prstGeom prst="rect">
            <a:avLst/>
          </a:prstGeom>
          <a:noFill/>
          <a:ln w="0">
            <a:noFill/>
          </a:ln>
        </p:spPr>
        <p:txBody>
          <a:bodyPr lIns="0" rIns="0" tIns="0" bIns="0" anchor="t">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310" name="PlaceHolder 7"/>
          <p:cNvSpPr>
            <a:spLocks noGrp="1"/>
          </p:cNvSpPr>
          <p:nvPr>
            <p:ph type="sldNum" idx="8"/>
          </p:nvPr>
        </p:nvSpPr>
        <p:spPr>
          <a:xfrm>
            <a:off x="6555960" y="6247440"/>
            <a:ext cx="2126880" cy="469080"/>
          </a:xfrm>
          <a:prstGeom prst="rect">
            <a:avLst/>
          </a:prstGeom>
          <a:noFill/>
          <a:ln w="0">
            <a:noFill/>
          </a:ln>
        </p:spPr>
        <p:txBody>
          <a:bodyPr lIns="0" rIns="0" tIns="0" bIns="0" anchor="t">
            <a:noAutofit/>
          </a:bodyPr>
          <a:lstStyle>
            <a:lvl1pPr indent="0" algn="r">
              <a:lnSpc>
                <a:spcPct val="100000"/>
              </a:lnSpc>
              <a:buNone/>
              <a:tabLst>
                <a:tab algn="l" pos="0"/>
              </a:tabLst>
              <a:defRPr b="0" lang="fr-FR" sz="1400" spc="-1" strike="noStrike">
                <a:solidFill>
                  <a:srgbClr val="000000"/>
                </a:solidFill>
                <a:latin typeface="Times New Roman"/>
              </a:defRPr>
            </a:lvl1pPr>
          </a:lstStyle>
          <a:p>
            <a:pPr indent="0" algn="r">
              <a:lnSpc>
                <a:spcPct val="100000"/>
              </a:lnSpc>
              <a:buNone/>
              <a:tabLst>
                <a:tab algn="l" pos="0"/>
              </a:tabLst>
            </a:pPr>
            <a:fld id="{E2B15FCF-F0F7-462E-81A5-A4CF9EC75708}"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
        <p:nvSpPr>
          <p:cNvPr id="311" name="PlaceHolder 8"/>
          <p:cNvSpPr>
            <a:spLocks noGrp="1"/>
          </p:cNvSpPr>
          <p:nvPr>
            <p:ph type="dt" idx="9"/>
          </p:nvPr>
        </p:nvSpPr>
        <p:spPr>
          <a:xfrm>
            <a:off x="457200" y="6247440"/>
            <a:ext cx="2126880" cy="46908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01" r:id="rId2"/>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ftr" idx="10"/>
          </p:nvPr>
        </p:nvSpPr>
        <p:spPr>
          <a:xfrm>
            <a:off x="3126960" y="6247440"/>
            <a:ext cx="2895120" cy="469080"/>
          </a:xfrm>
          <a:prstGeom prst="rect">
            <a:avLst/>
          </a:prstGeom>
          <a:noFill/>
          <a:ln w="0">
            <a:noFill/>
          </a:ln>
        </p:spPr>
        <p:txBody>
          <a:bodyPr lIns="0" rIns="0" tIns="0" bIns="0" anchor="t">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318" name="PlaceHolder 2"/>
          <p:cNvSpPr>
            <a:spLocks noGrp="1"/>
          </p:cNvSpPr>
          <p:nvPr>
            <p:ph type="sldNum" idx="11"/>
          </p:nvPr>
        </p:nvSpPr>
        <p:spPr>
          <a:xfrm>
            <a:off x="6555960" y="6247440"/>
            <a:ext cx="2126880" cy="469080"/>
          </a:xfrm>
          <a:prstGeom prst="rect">
            <a:avLst/>
          </a:prstGeom>
          <a:noFill/>
          <a:ln w="0">
            <a:noFill/>
          </a:ln>
        </p:spPr>
        <p:txBody>
          <a:bodyPr lIns="0" rIns="0" tIns="0" bIns="0" anchor="t">
            <a:noAutofit/>
          </a:bodyPr>
          <a:lstStyle>
            <a:lvl1pPr indent="0" algn="r">
              <a:lnSpc>
                <a:spcPct val="100000"/>
              </a:lnSpc>
              <a:buNone/>
              <a:tabLst>
                <a:tab algn="l" pos="0"/>
              </a:tabLst>
              <a:defRPr b="0" lang="fr-FR" sz="1400" spc="-1" strike="noStrike">
                <a:solidFill>
                  <a:srgbClr val="000000"/>
                </a:solidFill>
                <a:latin typeface="Times New Roman"/>
              </a:defRPr>
            </a:lvl1pPr>
          </a:lstStyle>
          <a:p>
            <a:pPr indent="0" algn="r">
              <a:lnSpc>
                <a:spcPct val="100000"/>
              </a:lnSpc>
              <a:buNone/>
              <a:tabLst>
                <a:tab algn="l" pos="0"/>
              </a:tabLst>
            </a:pPr>
            <a:fld id="{8CC73E10-D4DF-4F24-BBE6-A58DE4BCD8FE}"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
        <p:nvSpPr>
          <p:cNvPr id="319" name="PlaceHolder 3"/>
          <p:cNvSpPr>
            <a:spLocks noGrp="1"/>
          </p:cNvSpPr>
          <p:nvPr>
            <p:ph type="dt" idx="12"/>
          </p:nvPr>
        </p:nvSpPr>
        <p:spPr>
          <a:xfrm>
            <a:off x="457200" y="6247440"/>
            <a:ext cx="2126880" cy="46908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03" r:id="rId2"/>
  </p:sldLayoutIdLst>
</p:sldMaster>
</file>

<file path=ppt/slideMasters/slideMaster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PlaceHolder 1"/>
          <p:cNvSpPr>
            <a:spLocks noGrp="1"/>
          </p:cNvSpPr>
          <p:nvPr>
            <p:ph type="ftr" idx="13"/>
          </p:nvPr>
        </p:nvSpPr>
        <p:spPr>
          <a:xfrm>
            <a:off x="3126960" y="6247440"/>
            <a:ext cx="2895120" cy="469080"/>
          </a:xfrm>
          <a:prstGeom prst="rect">
            <a:avLst/>
          </a:prstGeom>
          <a:noFill/>
          <a:ln w="0">
            <a:noFill/>
          </a:ln>
        </p:spPr>
        <p:txBody>
          <a:bodyPr lIns="0" rIns="0" tIns="0" bIns="0" anchor="t">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321" name="PlaceHolder 2"/>
          <p:cNvSpPr>
            <a:spLocks noGrp="1"/>
          </p:cNvSpPr>
          <p:nvPr>
            <p:ph type="sldNum" idx="14"/>
          </p:nvPr>
        </p:nvSpPr>
        <p:spPr>
          <a:xfrm>
            <a:off x="6555960" y="6247440"/>
            <a:ext cx="2126880" cy="469080"/>
          </a:xfrm>
          <a:prstGeom prst="rect">
            <a:avLst/>
          </a:prstGeom>
          <a:noFill/>
          <a:ln w="0">
            <a:noFill/>
          </a:ln>
        </p:spPr>
        <p:txBody>
          <a:bodyPr lIns="0" rIns="0" tIns="0" bIns="0" anchor="t">
            <a:noAutofit/>
          </a:bodyPr>
          <a:lstStyle>
            <a:lvl1pPr indent="0" algn="r">
              <a:lnSpc>
                <a:spcPct val="100000"/>
              </a:lnSpc>
              <a:buNone/>
              <a:tabLst>
                <a:tab algn="l" pos="0"/>
              </a:tabLst>
              <a:defRPr b="0" lang="fr-FR" sz="1400" spc="-1" strike="noStrike">
                <a:solidFill>
                  <a:srgbClr val="000000"/>
                </a:solidFill>
                <a:latin typeface="Times New Roman"/>
              </a:defRPr>
            </a:lvl1pPr>
          </a:lstStyle>
          <a:p>
            <a:pPr indent="0" algn="r">
              <a:lnSpc>
                <a:spcPct val="100000"/>
              </a:lnSpc>
              <a:buNone/>
              <a:tabLst>
                <a:tab algn="l" pos="0"/>
              </a:tabLst>
            </a:pPr>
            <a:fld id="{45277AA2-30E0-4DD3-8EA5-A01E36EB3311}"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
        <p:nvSpPr>
          <p:cNvPr id="322" name="PlaceHolder 3"/>
          <p:cNvSpPr>
            <a:spLocks noGrp="1"/>
          </p:cNvSpPr>
          <p:nvPr>
            <p:ph type="dt" idx="15"/>
          </p:nvPr>
        </p:nvSpPr>
        <p:spPr>
          <a:xfrm>
            <a:off x="457200" y="6247440"/>
            <a:ext cx="2126880" cy="46908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
        <p:nvSpPr>
          <p:cNvPr id="323"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fr-FR" sz="4400" spc="-1" strike="noStrike">
                <a:solidFill>
                  <a:srgbClr val="000000"/>
                </a:solidFill>
                <a:latin typeface="Arial"/>
              </a:rPr>
              <a:t>Cliquez pour éditer le format du texte-titre</a:t>
            </a:r>
            <a:endParaRPr b="0" lang="fr-FR" sz="4400" spc="-1" strike="noStrike">
              <a:solidFill>
                <a:srgbClr val="000000"/>
              </a:solidFill>
              <a:latin typeface="Arial"/>
            </a:endParaRPr>
          </a:p>
        </p:txBody>
      </p:sp>
      <p:sp>
        <p:nvSpPr>
          <p:cNvPr id="324"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3200" spc="-1" strike="noStrike">
                <a:solidFill>
                  <a:srgbClr val="000000"/>
                </a:solidFill>
                <a:latin typeface="Arial"/>
              </a:rPr>
              <a:t>Cliquez pour éditer le format du plan de texte</a:t>
            </a:r>
            <a:endParaRPr b="0" lang="fr-F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Arial"/>
              </a:rPr>
              <a:t>Second niveau de plan</a:t>
            </a:r>
            <a:endParaRPr b="0" lang="fr-F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2400" spc="-1" strike="noStrike">
                <a:solidFill>
                  <a:srgbClr val="000000"/>
                </a:solidFill>
                <a:latin typeface="Arial"/>
              </a:rPr>
              <a:t>Troisième niveau de plan</a:t>
            </a:r>
            <a:endParaRPr b="0" lang="fr-F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2000" spc="-1" strike="noStrike">
                <a:solidFill>
                  <a:srgbClr val="000000"/>
                </a:solidFill>
                <a:latin typeface="Arial"/>
              </a:rPr>
              <a:t>Quatrième niveau de plan</a:t>
            </a:r>
            <a:endParaRPr b="0" lang="fr-F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Cinquième niveau de plan</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Sixième niveau de plan</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Septième niveau de plan</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5" r:id="rId2"/>
  </p:sldLayoutIdLst>
</p:sldMaster>
</file>

<file path=ppt/slideMasters/slideMaster3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326"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327" name="PlaceHolder 3"/>
          <p:cNvSpPr>
            <a:spLocks noGrp="1"/>
          </p:cNvSpPr>
          <p:nvPr>
            <p:ph type="ftr" idx="16"/>
          </p:nvPr>
        </p:nvSpPr>
        <p:spPr>
          <a:xfrm>
            <a:off x="3126960" y="6247440"/>
            <a:ext cx="2895120" cy="469080"/>
          </a:xfrm>
          <a:prstGeom prst="rect">
            <a:avLst/>
          </a:prstGeom>
          <a:noFill/>
          <a:ln w="0">
            <a:noFill/>
          </a:ln>
        </p:spPr>
        <p:txBody>
          <a:bodyPr lIns="0" rIns="0" tIns="0" bIns="0" anchor="t">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328" name="PlaceHolder 4"/>
          <p:cNvSpPr>
            <a:spLocks noGrp="1"/>
          </p:cNvSpPr>
          <p:nvPr>
            <p:ph type="sldNum" idx="17"/>
          </p:nvPr>
        </p:nvSpPr>
        <p:spPr>
          <a:xfrm>
            <a:off x="6555960" y="6247440"/>
            <a:ext cx="2126880" cy="469080"/>
          </a:xfrm>
          <a:prstGeom prst="rect">
            <a:avLst/>
          </a:prstGeom>
          <a:noFill/>
          <a:ln w="0">
            <a:noFill/>
          </a:ln>
        </p:spPr>
        <p:txBody>
          <a:bodyPr lIns="0" rIns="0" tIns="0" bIns="0" anchor="t">
            <a:noAutofit/>
          </a:bodyPr>
          <a:lstStyle>
            <a:lvl1pPr indent="0" algn="r">
              <a:lnSpc>
                <a:spcPct val="100000"/>
              </a:lnSpc>
              <a:buNone/>
              <a:tabLst>
                <a:tab algn="l" pos="0"/>
              </a:tabLst>
              <a:defRPr b="0" lang="fr-FR" sz="1400" spc="-1" strike="noStrike">
                <a:solidFill>
                  <a:srgbClr val="000000"/>
                </a:solidFill>
                <a:latin typeface="Times New Roman"/>
              </a:defRPr>
            </a:lvl1pPr>
          </a:lstStyle>
          <a:p>
            <a:pPr indent="0" algn="r">
              <a:lnSpc>
                <a:spcPct val="100000"/>
              </a:lnSpc>
              <a:buNone/>
              <a:tabLst>
                <a:tab algn="l" pos="0"/>
              </a:tabLst>
            </a:pPr>
            <a:fld id="{D3E805E5-CA9C-471D-9238-C1B9F9114C83}"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
        <p:nvSpPr>
          <p:cNvPr id="329" name="PlaceHolder 5"/>
          <p:cNvSpPr>
            <a:spLocks noGrp="1"/>
          </p:cNvSpPr>
          <p:nvPr>
            <p:ph type="dt" idx="18"/>
          </p:nvPr>
        </p:nvSpPr>
        <p:spPr>
          <a:xfrm>
            <a:off x="457200" y="6247440"/>
            <a:ext cx="2126880" cy="46908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07" r:id="rId2"/>
  </p:sldLayoutIdLst>
</p:sldMaster>
</file>

<file path=ppt/slideMasters/slideMaster3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333"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334" name="PlaceHolder 3"/>
          <p:cNvSpPr>
            <a:spLocks noGrp="1"/>
          </p:cNvSpPr>
          <p:nvPr>
            <p:ph type="ftr" idx="19"/>
          </p:nvPr>
        </p:nvSpPr>
        <p:spPr>
          <a:xfrm>
            <a:off x="3126960" y="6247440"/>
            <a:ext cx="2895120" cy="469080"/>
          </a:xfrm>
          <a:prstGeom prst="rect">
            <a:avLst/>
          </a:prstGeom>
          <a:noFill/>
          <a:ln w="0">
            <a:noFill/>
          </a:ln>
        </p:spPr>
        <p:txBody>
          <a:bodyPr lIns="0" rIns="0" tIns="0" bIns="0" anchor="t">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335" name="PlaceHolder 4"/>
          <p:cNvSpPr>
            <a:spLocks noGrp="1"/>
          </p:cNvSpPr>
          <p:nvPr>
            <p:ph type="sldNum" idx="20"/>
          </p:nvPr>
        </p:nvSpPr>
        <p:spPr>
          <a:xfrm>
            <a:off x="6555960" y="6247440"/>
            <a:ext cx="2126880" cy="469080"/>
          </a:xfrm>
          <a:prstGeom prst="rect">
            <a:avLst/>
          </a:prstGeom>
          <a:noFill/>
          <a:ln w="0">
            <a:noFill/>
          </a:ln>
        </p:spPr>
        <p:txBody>
          <a:bodyPr lIns="0" rIns="0" tIns="0" bIns="0" anchor="t">
            <a:noAutofit/>
          </a:bodyPr>
          <a:lstStyle>
            <a:lvl1pPr indent="0" algn="r">
              <a:lnSpc>
                <a:spcPct val="100000"/>
              </a:lnSpc>
              <a:buNone/>
              <a:tabLst>
                <a:tab algn="l" pos="0"/>
              </a:tabLst>
              <a:defRPr b="0" lang="fr-FR" sz="1400" spc="-1" strike="noStrike">
                <a:solidFill>
                  <a:srgbClr val="000000"/>
                </a:solidFill>
                <a:latin typeface="Times New Roman"/>
              </a:defRPr>
            </a:lvl1pPr>
          </a:lstStyle>
          <a:p>
            <a:pPr indent="0" algn="r">
              <a:lnSpc>
                <a:spcPct val="100000"/>
              </a:lnSpc>
              <a:buNone/>
              <a:tabLst>
                <a:tab algn="l" pos="0"/>
              </a:tabLst>
            </a:pPr>
            <a:fld id="{D229F96D-41CF-4D11-B80B-F81108BE9A65}"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
        <p:nvSpPr>
          <p:cNvPr id="336" name="PlaceHolder 5"/>
          <p:cNvSpPr>
            <a:spLocks noGrp="1"/>
          </p:cNvSpPr>
          <p:nvPr>
            <p:ph type="dt" idx="21"/>
          </p:nvPr>
        </p:nvSpPr>
        <p:spPr>
          <a:xfrm>
            <a:off x="457200" y="6247440"/>
            <a:ext cx="2126880" cy="46908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09" r:id="rId2"/>
  </p:sldLayoutIdLst>
</p:sldMaster>
</file>

<file path=ppt/slideMasters/slideMaster3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340"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fontScale="98333"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341"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fontScale="98333"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342" name="PlaceHolder 4"/>
          <p:cNvSpPr>
            <a:spLocks noGrp="1"/>
          </p:cNvSpPr>
          <p:nvPr>
            <p:ph type="ftr" idx="22"/>
          </p:nvPr>
        </p:nvSpPr>
        <p:spPr>
          <a:xfrm>
            <a:off x="3126960" y="6247440"/>
            <a:ext cx="2895120" cy="469080"/>
          </a:xfrm>
          <a:prstGeom prst="rect">
            <a:avLst/>
          </a:prstGeom>
          <a:noFill/>
          <a:ln w="0">
            <a:noFill/>
          </a:ln>
        </p:spPr>
        <p:txBody>
          <a:bodyPr lIns="0" rIns="0" tIns="0" bIns="0" anchor="t">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343" name="PlaceHolder 5"/>
          <p:cNvSpPr>
            <a:spLocks noGrp="1"/>
          </p:cNvSpPr>
          <p:nvPr>
            <p:ph type="sldNum" idx="23"/>
          </p:nvPr>
        </p:nvSpPr>
        <p:spPr>
          <a:xfrm>
            <a:off x="6555960" y="6247440"/>
            <a:ext cx="2126880" cy="469080"/>
          </a:xfrm>
          <a:prstGeom prst="rect">
            <a:avLst/>
          </a:prstGeom>
          <a:noFill/>
          <a:ln w="0">
            <a:noFill/>
          </a:ln>
        </p:spPr>
        <p:txBody>
          <a:bodyPr lIns="0" rIns="0" tIns="0" bIns="0" anchor="t">
            <a:noAutofit/>
          </a:bodyPr>
          <a:lstStyle>
            <a:lvl1pPr indent="0" algn="r">
              <a:lnSpc>
                <a:spcPct val="100000"/>
              </a:lnSpc>
              <a:buNone/>
              <a:tabLst>
                <a:tab algn="l" pos="0"/>
              </a:tabLst>
              <a:defRPr b="0" lang="fr-FR" sz="1400" spc="-1" strike="noStrike">
                <a:solidFill>
                  <a:srgbClr val="000000"/>
                </a:solidFill>
                <a:latin typeface="Times New Roman"/>
              </a:defRPr>
            </a:lvl1pPr>
          </a:lstStyle>
          <a:p>
            <a:pPr indent="0" algn="r">
              <a:lnSpc>
                <a:spcPct val="100000"/>
              </a:lnSpc>
              <a:buNone/>
              <a:tabLst>
                <a:tab algn="l" pos="0"/>
              </a:tabLst>
            </a:pPr>
            <a:fld id="{3B207979-E3DA-4B99-8A7C-91E25D237C49}"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
        <p:nvSpPr>
          <p:cNvPr id="344" name="PlaceHolder 6"/>
          <p:cNvSpPr>
            <a:spLocks noGrp="1"/>
          </p:cNvSpPr>
          <p:nvPr>
            <p:ph type="dt" idx="24"/>
          </p:nvPr>
        </p:nvSpPr>
        <p:spPr>
          <a:xfrm>
            <a:off x="457200" y="6247440"/>
            <a:ext cx="2126880" cy="46908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1" r:id="rId2"/>
  </p:sldLayoutIdLst>
</p:sldMaster>
</file>

<file path=ppt/slideMasters/slideMaster3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349" name="PlaceHolder 2"/>
          <p:cNvSpPr>
            <a:spLocks noGrp="1"/>
          </p:cNvSpPr>
          <p:nvPr>
            <p:ph type="ftr" idx="25"/>
          </p:nvPr>
        </p:nvSpPr>
        <p:spPr>
          <a:xfrm>
            <a:off x="3126960" y="6247440"/>
            <a:ext cx="2895120" cy="469080"/>
          </a:xfrm>
          <a:prstGeom prst="rect">
            <a:avLst/>
          </a:prstGeom>
          <a:noFill/>
          <a:ln w="0">
            <a:noFill/>
          </a:ln>
        </p:spPr>
        <p:txBody>
          <a:bodyPr lIns="0" rIns="0" tIns="0" bIns="0" anchor="t">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350" name="PlaceHolder 3"/>
          <p:cNvSpPr>
            <a:spLocks noGrp="1"/>
          </p:cNvSpPr>
          <p:nvPr>
            <p:ph type="sldNum" idx="26"/>
          </p:nvPr>
        </p:nvSpPr>
        <p:spPr>
          <a:xfrm>
            <a:off x="6555960" y="6247440"/>
            <a:ext cx="2126880" cy="469080"/>
          </a:xfrm>
          <a:prstGeom prst="rect">
            <a:avLst/>
          </a:prstGeom>
          <a:noFill/>
          <a:ln w="0">
            <a:noFill/>
          </a:ln>
        </p:spPr>
        <p:txBody>
          <a:bodyPr lIns="0" rIns="0" tIns="0" bIns="0" anchor="t">
            <a:noAutofit/>
          </a:bodyPr>
          <a:lstStyle>
            <a:lvl1pPr indent="0" algn="r">
              <a:lnSpc>
                <a:spcPct val="100000"/>
              </a:lnSpc>
              <a:buNone/>
              <a:tabLst>
                <a:tab algn="l" pos="0"/>
              </a:tabLst>
              <a:defRPr b="0" lang="fr-FR" sz="1400" spc="-1" strike="noStrike">
                <a:solidFill>
                  <a:srgbClr val="000000"/>
                </a:solidFill>
                <a:latin typeface="Times New Roman"/>
              </a:defRPr>
            </a:lvl1pPr>
          </a:lstStyle>
          <a:p>
            <a:pPr indent="0" algn="r">
              <a:lnSpc>
                <a:spcPct val="100000"/>
              </a:lnSpc>
              <a:buNone/>
              <a:tabLst>
                <a:tab algn="l" pos="0"/>
              </a:tabLst>
            </a:pPr>
            <a:fld id="{2D5DB124-702B-4CDF-8F0F-970873FBF88F}"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
        <p:nvSpPr>
          <p:cNvPr id="351" name="PlaceHolder 4"/>
          <p:cNvSpPr>
            <a:spLocks noGrp="1"/>
          </p:cNvSpPr>
          <p:nvPr>
            <p:ph type="dt" idx="27"/>
          </p:nvPr>
        </p:nvSpPr>
        <p:spPr>
          <a:xfrm>
            <a:off x="457200" y="6247440"/>
            <a:ext cx="2126880" cy="46908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3" r:id="rId2"/>
  </p:sldLayoutIdLst>
</p:sldMaster>
</file>

<file path=ppt/slideMasters/slideMaster3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ftr" idx="28"/>
          </p:nvPr>
        </p:nvSpPr>
        <p:spPr>
          <a:xfrm>
            <a:off x="3126960" y="6247440"/>
            <a:ext cx="2895120" cy="469080"/>
          </a:xfrm>
          <a:prstGeom prst="rect">
            <a:avLst/>
          </a:prstGeom>
          <a:noFill/>
          <a:ln w="0">
            <a:noFill/>
          </a:ln>
        </p:spPr>
        <p:txBody>
          <a:bodyPr lIns="0" rIns="0" tIns="0" bIns="0" anchor="t">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354" name="PlaceHolder 2"/>
          <p:cNvSpPr>
            <a:spLocks noGrp="1"/>
          </p:cNvSpPr>
          <p:nvPr>
            <p:ph type="sldNum" idx="29"/>
          </p:nvPr>
        </p:nvSpPr>
        <p:spPr>
          <a:xfrm>
            <a:off x="6555960" y="6247440"/>
            <a:ext cx="2126880" cy="469080"/>
          </a:xfrm>
          <a:prstGeom prst="rect">
            <a:avLst/>
          </a:prstGeom>
          <a:noFill/>
          <a:ln w="0">
            <a:noFill/>
          </a:ln>
        </p:spPr>
        <p:txBody>
          <a:bodyPr lIns="0" rIns="0" tIns="0" bIns="0" anchor="t">
            <a:noAutofit/>
          </a:bodyPr>
          <a:lstStyle>
            <a:lvl1pPr indent="0" algn="r">
              <a:lnSpc>
                <a:spcPct val="100000"/>
              </a:lnSpc>
              <a:buNone/>
              <a:tabLst>
                <a:tab algn="l" pos="0"/>
              </a:tabLst>
              <a:defRPr b="0" lang="fr-FR" sz="1400" spc="-1" strike="noStrike">
                <a:solidFill>
                  <a:srgbClr val="000000"/>
                </a:solidFill>
                <a:latin typeface="Times New Roman"/>
              </a:defRPr>
            </a:lvl1pPr>
          </a:lstStyle>
          <a:p>
            <a:pPr indent="0" algn="r">
              <a:lnSpc>
                <a:spcPct val="100000"/>
              </a:lnSpc>
              <a:buNone/>
              <a:tabLst>
                <a:tab algn="l" pos="0"/>
              </a:tabLst>
            </a:pPr>
            <a:fld id="{CEFA9830-F30C-486C-890B-A0D906B3D37A}"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
        <p:nvSpPr>
          <p:cNvPr id="355" name="PlaceHolder 3"/>
          <p:cNvSpPr>
            <a:spLocks noGrp="1"/>
          </p:cNvSpPr>
          <p:nvPr>
            <p:ph type="dt" idx="30"/>
          </p:nvPr>
        </p:nvSpPr>
        <p:spPr>
          <a:xfrm>
            <a:off x="457200" y="6247440"/>
            <a:ext cx="2126880" cy="46908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5" r:id="rId2"/>
  </p:sldLayoutIdLst>
</p:sldMaster>
</file>

<file path=ppt/slideMasters/slideMaster3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357"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358"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fontScale="98333"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359"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360" name="PlaceHolder 5"/>
          <p:cNvSpPr>
            <a:spLocks noGrp="1"/>
          </p:cNvSpPr>
          <p:nvPr>
            <p:ph type="ftr" idx="31"/>
          </p:nvPr>
        </p:nvSpPr>
        <p:spPr>
          <a:xfrm>
            <a:off x="3126960" y="6247440"/>
            <a:ext cx="2895120" cy="469080"/>
          </a:xfrm>
          <a:prstGeom prst="rect">
            <a:avLst/>
          </a:prstGeom>
          <a:noFill/>
          <a:ln w="0">
            <a:noFill/>
          </a:ln>
        </p:spPr>
        <p:txBody>
          <a:bodyPr lIns="0" rIns="0" tIns="0" bIns="0" anchor="t">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361" name="PlaceHolder 6"/>
          <p:cNvSpPr>
            <a:spLocks noGrp="1"/>
          </p:cNvSpPr>
          <p:nvPr>
            <p:ph type="sldNum" idx="32"/>
          </p:nvPr>
        </p:nvSpPr>
        <p:spPr>
          <a:xfrm>
            <a:off x="6555960" y="6247440"/>
            <a:ext cx="2126880" cy="469080"/>
          </a:xfrm>
          <a:prstGeom prst="rect">
            <a:avLst/>
          </a:prstGeom>
          <a:noFill/>
          <a:ln w="0">
            <a:noFill/>
          </a:ln>
        </p:spPr>
        <p:txBody>
          <a:bodyPr lIns="0" rIns="0" tIns="0" bIns="0" anchor="t">
            <a:noAutofit/>
          </a:bodyPr>
          <a:lstStyle>
            <a:lvl1pPr indent="0" algn="r">
              <a:lnSpc>
                <a:spcPct val="100000"/>
              </a:lnSpc>
              <a:buNone/>
              <a:tabLst>
                <a:tab algn="l" pos="0"/>
              </a:tabLst>
              <a:defRPr b="0" lang="fr-FR" sz="1400" spc="-1" strike="noStrike">
                <a:solidFill>
                  <a:srgbClr val="000000"/>
                </a:solidFill>
                <a:latin typeface="Times New Roman"/>
              </a:defRPr>
            </a:lvl1pPr>
          </a:lstStyle>
          <a:p>
            <a:pPr indent="0" algn="r">
              <a:lnSpc>
                <a:spcPct val="100000"/>
              </a:lnSpc>
              <a:buNone/>
              <a:tabLst>
                <a:tab algn="l" pos="0"/>
              </a:tabLst>
            </a:pPr>
            <a:fld id="{83BB44E4-6425-435D-8DA5-74AD3EEB2A4C}"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
        <p:nvSpPr>
          <p:cNvPr id="362" name="PlaceHolder 7"/>
          <p:cNvSpPr>
            <a:spLocks noGrp="1"/>
          </p:cNvSpPr>
          <p:nvPr>
            <p:ph type="dt" idx="33"/>
          </p:nvPr>
        </p:nvSpPr>
        <p:spPr>
          <a:xfrm>
            <a:off x="457200" y="6247440"/>
            <a:ext cx="2126880" cy="46908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7" r:id="rId2"/>
  </p:sldLayoutIdLst>
</p:sldMaster>
</file>

<file path=ppt/slideMasters/slideMaster3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368"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fontScale="98333"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369"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370" name="PlaceHolder 4"/>
          <p:cNvSpPr>
            <a:spLocks noGrp="1"/>
          </p:cNvSpPr>
          <p:nvPr>
            <p:ph type="body"/>
          </p:nvPr>
        </p:nvSpPr>
        <p:spPr>
          <a:xfrm>
            <a:off x="467424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371" name="PlaceHolder 5"/>
          <p:cNvSpPr>
            <a:spLocks noGrp="1"/>
          </p:cNvSpPr>
          <p:nvPr>
            <p:ph type="ftr" idx="34"/>
          </p:nvPr>
        </p:nvSpPr>
        <p:spPr>
          <a:xfrm>
            <a:off x="3126960" y="6247440"/>
            <a:ext cx="2895120" cy="469080"/>
          </a:xfrm>
          <a:prstGeom prst="rect">
            <a:avLst/>
          </a:prstGeom>
          <a:noFill/>
          <a:ln w="0">
            <a:noFill/>
          </a:ln>
        </p:spPr>
        <p:txBody>
          <a:bodyPr lIns="0" rIns="0" tIns="0" bIns="0" anchor="t">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372" name="PlaceHolder 6"/>
          <p:cNvSpPr>
            <a:spLocks noGrp="1"/>
          </p:cNvSpPr>
          <p:nvPr>
            <p:ph type="sldNum" idx="35"/>
          </p:nvPr>
        </p:nvSpPr>
        <p:spPr>
          <a:xfrm>
            <a:off x="6555960" y="6247440"/>
            <a:ext cx="2126880" cy="469080"/>
          </a:xfrm>
          <a:prstGeom prst="rect">
            <a:avLst/>
          </a:prstGeom>
          <a:noFill/>
          <a:ln w="0">
            <a:noFill/>
          </a:ln>
        </p:spPr>
        <p:txBody>
          <a:bodyPr lIns="0" rIns="0" tIns="0" bIns="0" anchor="t">
            <a:noAutofit/>
          </a:bodyPr>
          <a:lstStyle>
            <a:lvl1pPr indent="0" algn="r">
              <a:lnSpc>
                <a:spcPct val="100000"/>
              </a:lnSpc>
              <a:buNone/>
              <a:tabLst>
                <a:tab algn="l" pos="0"/>
              </a:tabLst>
              <a:defRPr b="0" lang="fr-FR" sz="1400" spc="-1" strike="noStrike">
                <a:solidFill>
                  <a:srgbClr val="000000"/>
                </a:solidFill>
                <a:latin typeface="Times New Roman"/>
              </a:defRPr>
            </a:lvl1pPr>
          </a:lstStyle>
          <a:p>
            <a:pPr indent="0" algn="r">
              <a:lnSpc>
                <a:spcPct val="100000"/>
              </a:lnSpc>
              <a:buNone/>
              <a:tabLst>
                <a:tab algn="l" pos="0"/>
              </a:tabLst>
            </a:pPr>
            <a:fld id="{DA31C416-2D10-4CE5-A47A-15254B6CCA65}"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
        <p:nvSpPr>
          <p:cNvPr id="373" name="PlaceHolder 7"/>
          <p:cNvSpPr>
            <a:spLocks noGrp="1"/>
          </p:cNvSpPr>
          <p:nvPr>
            <p:ph type="dt" idx="36"/>
          </p:nvPr>
        </p:nvSpPr>
        <p:spPr>
          <a:xfrm>
            <a:off x="457200" y="6247440"/>
            <a:ext cx="2126880" cy="46908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9" r:id="rId2"/>
  </p:sldLayoutIdLst>
</p:sldMaster>
</file>

<file path=ppt/slideMasters/slideMaster3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379"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380"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381" name="PlaceHolder 4"/>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382" name="PlaceHolder 5"/>
          <p:cNvSpPr>
            <a:spLocks noGrp="1"/>
          </p:cNvSpPr>
          <p:nvPr>
            <p:ph type="ftr" idx="37"/>
          </p:nvPr>
        </p:nvSpPr>
        <p:spPr>
          <a:xfrm>
            <a:off x="3126960" y="6247440"/>
            <a:ext cx="2895120" cy="469080"/>
          </a:xfrm>
          <a:prstGeom prst="rect">
            <a:avLst/>
          </a:prstGeom>
          <a:noFill/>
          <a:ln w="0">
            <a:noFill/>
          </a:ln>
        </p:spPr>
        <p:txBody>
          <a:bodyPr lIns="0" rIns="0" tIns="0" bIns="0" anchor="t">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383" name="PlaceHolder 6"/>
          <p:cNvSpPr>
            <a:spLocks noGrp="1"/>
          </p:cNvSpPr>
          <p:nvPr>
            <p:ph type="sldNum" idx="38"/>
          </p:nvPr>
        </p:nvSpPr>
        <p:spPr>
          <a:xfrm>
            <a:off x="6555960" y="6247440"/>
            <a:ext cx="2126880" cy="469080"/>
          </a:xfrm>
          <a:prstGeom prst="rect">
            <a:avLst/>
          </a:prstGeom>
          <a:noFill/>
          <a:ln w="0">
            <a:noFill/>
          </a:ln>
        </p:spPr>
        <p:txBody>
          <a:bodyPr lIns="0" rIns="0" tIns="0" bIns="0" anchor="t">
            <a:noAutofit/>
          </a:bodyPr>
          <a:lstStyle>
            <a:lvl1pPr indent="0" algn="r">
              <a:lnSpc>
                <a:spcPct val="100000"/>
              </a:lnSpc>
              <a:buNone/>
              <a:tabLst>
                <a:tab algn="l" pos="0"/>
              </a:tabLst>
              <a:defRPr b="0" lang="fr-FR" sz="1400" spc="-1" strike="noStrike">
                <a:solidFill>
                  <a:srgbClr val="000000"/>
                </a:solidFill>
                <a:latin typeface="Times New Roman"/>
              </a:defRPr>
            </a:lvl1pPr>
          </a:lstStyle>
          <a:p>
            <a:pPr indent="0" algn="r">
              <a:lnSpc>
                <a:spcPct val="100000"/>
              </a:lnSpc>
              <a:buNone/>
              <a:tabLst>
                <a:tab algn="l" pos="0"/>
              </a:tabLst>
            </a:pPr>
            <a:fld id="{0AC525B3-2AC0-4866-9B4A-AA8CD5CD6874}"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
        <p:nvSpPr>
          <p:cNvPr id="384" name="PlaceHolder 7"/>
          <p:cNvSpPr>
            <a:spLocks noGrp="1"/>
          </p:cNvSpPr>
          <p:nvPr>
            <p:ph type="dt" idx="39"/>
          </p:nvPr>
        </p:nvSpPr>
        <p:spPr>
          <a:xfrm>
            <a:off x="457200" y="6247440"/>
            <a:ext cx="2126880" cy="46908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21" r:id="rId2"/>
  </p:sldLayoutIdLst>
</p:sldMaster>
</file>

<file path=ppt/slideMasters/slideMaster3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390" name="PlaceHolder 2"/>
          <p:cNvSpPr>
            <a:spLocks noGrp="1"/>
          </p:cNvSpPr>
          <p:nvPr>
            <p:ph type="body"/>
          </p:nvPr>
        </p:nvSpPr>
        <p:spPr>
          <a:xfrm>
            <a:off x="457200" y="160452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391" name="PlaceHolder 3"/>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392" name="PlaceHolder 4"/>
          <p:cNvSpPr>
            <a:spLocks noGrp="1"/>
          </p:cNvSpPr>
          <p:nvPr>
            <p:ph type="ftr" idx="40"/>
          </p:nvPr>
        </p:nvSpPr>
        <p:spPr>
          <a:xfrm>
            <a:off x="3126960" y="6247440"/>
            <a:ext cx="2895120" cy="469080"/>
          </a:xfrm>
          <a:prstGeom prst="rect">
            <a:avLst/>
          </a:prstGeom>
          <a:noFill/>
          <a:ln w="0">
            <a:noFill/>
          </a:ln>
        </p:spPr>
        <p:txBody>
          <a:bodyPr lIns="0" rIns="0" tIns="0" bIns="0" anchor="t">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393" name="PlaceHolder 5"/>
          <p:cNvSpPr>
            <a:spLocks noGrp="1"/>
          </p:cNvSpPr>
          <p:nvPr>
            <p:ph type="sldNum" idx="41"/>
          </p:nvPr>
        </p:nvSpPr>
        <p:spPr>
          <a:xfrm>
            <a:off x="6555960" y="6247440"/>
            <a:ext cx="2126880" cy="469080"/>
          </a:xfrm>
          <a:prstGeom prst="rect">
            <a:avLst/>
          </a:prstGeom>
          <a:noFill/>
          <a:ln w="0">
            <a:noFill/>
          </a:ln>
        </p:spPr>
        <p:txBody>
          <a:bodyPr lIns="0" rIns="0" tIns="0" bIns="0" anchor="t">
            <a:noAutofit/>
          </a:bodyPr>
          <a:lstStyle>
            <a:lvl1pPr indent="0" algn="r">
              <a:lnSpc>
                <a:spcPct val="100000"/>
              </a:lnSpc>
              <a:buNone/>
              <a:tabLst>
                <a:tab algn="l" pos="0"/>
              </a:tabLst>
              <a:defRPr b="0" lang="fr-FR" sz="1400" spc="-1" strike="noStrike">
                <a:solidFill>
                  <a:srgbClr val="000000"/>
                </a:solidFill>
                <a:latin typeface="Times New Roman"/>
              </a:defRPr>
            </a:lvl1pPr>
          </a:lstStyle>
          <a:p>
            <a:pPr indent="0" algn="r">
              <a:lnSpc>
                <a:spcPct val="100000"/>
              </a:lnSpc>
              <a:buNone/>
              <a:tabLst>
                <a:tab algn="l" pos="0"/>
              </a:tabLst>
            </a:pPr>
            <a:fld id="{BA1353EC-A331-42B2-A831-948F471B7D7C}"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
        <p:nvSpPr>
          <p:cNvPr id="394" name="PlaceHolder 6"/>
          <p:cNvSpPr>
            <a:spLocks noGrp="1"/>
          </p:cNvSpPr>
          <p:nvPr>
            <p:ph type="dt" idx="42"/>
          </p:nvPr>
        </p:nvSpPr>
        <p:spPr>
          <a:xfrm>
            <a:off x="457200" y="6247440"/>
            <a:ext cx="2126880" cy="46908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23" r:id="rId2"/>
  </p:sldLayoutIdLst>
</p:sldMaster>
</file>

<file path=ppt/slideMasters/slideMaster3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399"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400"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401"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402" name="PlaceHolder 5"/>
          <p:cNvSpPr>
            <a:spLocks noGrp="1"/>
          </p:cNvSpPr>
          <p:nvPr>
            <p:ph type="body"/>
          </p:nvPr>
        </p:nvSpPr>
        <p:spPr>
          <a:xfrm>
            <a:off x="467424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403" name="PlaceHolder 6"/>
          <p:cNvSpPr>
            <a:spLocks noGrp="1"/>
          </p:cNvSpPr>
          <p:nvPr>
            <p:ph type="ftr" idx="43"/>
          </p:nvPr>
        </p:nvSpPr>
        <p:spPr>
          <a:xfrm>
            <a:off x="3126960" y="6247440"/>
            <a:ext cx="2895120" cy="469080"/>
          </a:xfrm>
          <a:prstGeom prst="rect">
            <a:avLst/>
          </a:prstGeom>
          <a:noFill/>
          <a:ln w="0">
            <a:noFill/>
          </a:ln>
        </p:spPr>
        <p:txBody>
          <a:bodyPr lIns="0" rIns="0" tIns="0" bIns="0" anchor="t">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404" name="PlaceHolder 7"/>
          <p:cNvSpPr>
            <a:spLocks noGrp="1"/>
          </p:cNvSpPr>
          <p:nvPr>
            <p:ph type="sldNum" idx="44"/>
          </p:nvPr>
        </p:nvSpPr>
        <p:spPr>
          <a:xfrm>
            <a:off x="6555960" y="6247440"/>
            <a:ext cx="2126880" cy="469080"/>
          </a:xfrm>
          <a:prstGeom prst="rect">
            <a:avLst/>
          </a:prstGeom>
          <a:noFill/>
          <a:ln w="0">
            <a:noFill/>
          </a:ln>
        </p:spPr>
        <p:txBody>
          <a:bodyPr lIns="0" rIns="0" tIns="0" bIns="0" anchor="t">
            <a:noAutofit/>
          </a:bodyPr>
          <a:lstStyle>
            <a:lvl1pPr indent="0" algn="r">
              <a:lnSpc>
                <a:spcPct val="100000"/>
              </a:lnSpc>
              <a:buNone/>
              <a:tabLst>
                <a:tab algn="l" pos="0"/>
              </a:tabLst>
              <a:defRPr b="0" lang="fr-FR" sz="1400" spc="-1" strike="noStrike">
                <a:solidFill>
                  <a:srgbClr val="000000"/>
                </a:solidFill>
                <a:latin typeface="Times New Roman"/>
              </a:defRPr>
            </a:lvl1pPr>
          </a:lstStyle>
          <a:p>
            <a:pPr indent="0" algn="r">
              <a:lnSpc>
                <a:spcPct val="100000"/>
              </a:lnSpc>
              <a:buNone/>
              <a:tabLst>
                <a:tab algn="l" pos="0"/>
              </a:tabLst>
            </a:pPr>
            <a:fld id="{3EE3AD7B-20A8-407E-AB0A-0638AB285468}"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
        <p:nvSpPr>
          <p:cNvPr id="405" name="PlaceHolder 8"/>
          <p:cNvSpPr>
            <a:spLocks noGrp="1"/>
          </p:cNvSpPr>
          <p:nvPr>
            <p:ph type="dt" idx="45"/>
          </p:nvPr>
        </p:nvSpPr>
        <p:spPr>
          <a:xfrm>
            <a:off x="457200" y="6247440"/>
            <a:ext cx="2126880" cy="46908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25" r:id="rId2"/>
  </p:sldLayoutIdLst>
</p:sldMaster>
</file>

<file path=ppt/slideMasters/slideMaster4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PlaceHolder 1"/>
          <p:cNvSpPr>
            <a:spLocks noGrp="1"/>
          </p:cNvSpPr>
          <p:nvPr>
            <p:ph type="ftr" idx="46"/>
          </p:nvPr>
        </p:nvSpPr>
        <p:spPr>
          <a:xfrm>
            <a:off x="3126960" y="6247440"/>
            <a:ext cx="2895120" cy="469080"/>
          </a:xfrm>
          <a:prstGeom prst="rect">
            <a:avLst/>
          </a:prstGeom>
          <a:noFill/>
          <a:ln w="0">
            <a:noFill/>
          </a:ln>
        </p:spPr>
        <p:txBody>
          <a:bodyPr lIns="0" rIns="0" tIns="0" bIns="0" anchor="t">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412" name="PlaceHolder 2"/>
          <p:cNvSpPr>
            <a:spLocks noGrp="1"/>
          </p:cNvSpPr>
          <p:nvPr>
            <p:ph type="sldNum" idx="47"/>
          </p:nvPr>
        </p:nvSpPr>
        <p:spPr>
          <a:xfrm>
            <a:off x="6555960" y="6247440"/>
            <a:ext cx="2126880" cy="469080"/>
          </a:xfrm>
          <a:prstGeom prst="rect">
            <a:avLst/>
          </a:prstGeom>
          <a:noFill/>
          <a:ln w="0">
            <a:noFill/>
          </a:ln>
        </p:spPr>
        <p:txBody>
          <a:bodyPr lIns="0" rIns="0" tIns="0" bIns="0" anchor="t">
            <a:noAutofit/>
          </a:bodyPr>
          <a:lstStyle>
            <a:lvl1pPr indent="0" algn="r">
              <a:lnSpc>
                <a:spcPct val="100000"/>
              </a:lnSpc>
              <a:buNone/>
              <a:tabLst>
                <a:tab algn="l" pos="0"/>
              </a:tabLst>
              <a:defRPr b="0" lang="fr-FR" sz="1400" spc="-1" strike="noStrike">
                <a:solidFill>
                  <a:srgbClr val="000000"/>
                </a:solidFill>
                <a:latin typeface="Times New Roman"/>
              </a:defRPr>
            </a:lvl1pPr>
          </a:lstStyle>
          <a:p>
            <a:pPr indent="0" algn="r">
              <a:lnSpc>
                <a:spcPct val="100000"/>
              </a:lnSpc>
              <a:buNone/>
              <a:tabLst>
                <a:tab algn="l" pos="0"/>
              </a:tabLst>
            </a:pPr>
            <a:fld id="{10DEBB62-BFB9-4913-A938-D9E0AD53641C}"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
        <p:nvSpPr>
          <p:cNvPr id="413" name="PlaceHolder 3"/>
          <p:cNvSpPr>
            <a:spLocks noGrp="1"/>
          </p:cNvSpPr>
          <p:nvPr>
            <p:ph type="dt" idx="48"/>
          </p:nvPr>
        </p:nvSpPr>
        <p:spPr>
          <a:xfrm>
            <a:off x="457200" y="6247440"/>
            <a:ext cx="2126880" cy="46908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27" r:id="rId2"/>
  </p:sldLayoutIdLst>
</p:sldMaster>
</file>

<file path=ppt/slideMasters/slideMaster4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4" name="PlaceHolder 1"/>
          <p:cNvSpPr>
            <a:spLocks noGrp="1"/>
          </p:cNvSpPr>
          <p:nvPr>
            <p:ph type="ftr" idx="49"/>
          </p:nvPr>
        </p:nvSpPr>
        <p:spPr>
          <a:xfrm>
            <a:off x="3126960" y="6247440"/>
            <a:ext cx="2895120" cy="469080"/>
          </a:xfrm>
          <a:prstGeom prst="rect">
            <a:avLst/>
          </a:prstGeom>
          <a:noFill/>
          <a:ln w="0">
            <a:noFill/>
          </a:ln>
        </p:spPr>
        <p:txBody>
          <a:bodyPr lIns="0" rIns="0" tIns="0" bIns="0" anchor="t">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415" name="PlaceHolder 2"/>
          <p:cNvSpPr>
            <a:spLocks noGrp="1"/>
          </p:cNvSpPr>
          <p:nvPr>
            <p:ph type="sldNum" idx="50"/>
          </p:nvPr>
        </p:nvSpPr>
        <p:spPr>
          <a:xfrm>
            <a:off x="6555960" y="6247440"/>
            <a:ext cx="2126880" cy="469080"/>
          </a:xfrm>
          <a:prstGeom prst="rect">
            <a:avLst/>
          </a:prstGeom>
          <a:noFill/>
          <a:ln w="0">
            <a:noFill/>
          </a:ln>
        </p:spPr>
        <p:txBody>
          <a:bodyPr lIns="0" rIns="0" tIns="0" bIns="0" anchor="t">
            <a:noAutofit/>
          </a:bodyPr>
          <a:lstStyle>
            <a:lvl1pPr indent="0" algn="r">
              <a:lnSpc>
                <a:spcPct val="100000"/>
              </a:lnSpc>
              <a:buNone/>
              <a:tabLst>
                <a:tab algn="l" pos="0"/>
              </a:tabLst>
              <a:defRPr b="0" lang="fr-FR" sz="1400" spc="-1" strike="noStrike">
                <a:solidFill>
                  <a:srgbClr val="000000"/>
                </a:solidFill>
                <a:latin typeface="Times New Roman"/>
              </a:defRPr>
            </a:lvl1pPr>
          </a:lstStyle>
          <a:p>
            <a:pPr indent="0" algn="r">
              <a:lnSpc>
                <a:spcPct val="100000"/>
              </a:lnSpc>
              <a:buNone/>
              <a:tabLst>
                <a:tab algn="l" pos="0"/>
              </a:tabLst>
            </a:pPr>
            <a:fld id="{2ADDE0E3-B44E-4278-A4C1-83C920CBC07E}"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
        <p:nvSpPr>
          <p:cNvPr id="416" name="PlaceHolder 3"/>
          <p:cNvSpPr>
            <a:spLocks noGrp="1"/>
          </p:cNvSpPr>
          <p:nvPr>
            <p:ph type="dt" idx="51"/>
          </p:nvPr>
        </p:nvSpPr>
        <p:spPr>
          <a:xfrm>
            <a:off x="457200" y="6247440"/>
            <a:ext cx="2126880" cy="46908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
        <p:nvSpPr>
          <p:cNvPr id="417"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fr-FR" sz="4400" spc="-1" strike="noStrike">
                <a:solidFill>
                  <a:srgbClr val="000000"/>
                </a:solidFill>
                <a:latin typeface="Arial"/>
              </a:rPr>
              <a:t>Cliquez pour éditer le format du texte-titre</a:t>
            </a:r>
            <a:endParaRPr b="0" lang="fr-FR" sz="4400" spc="-1" strike="noStrike">
              <a:solidFill>
                <a:srgbClr val="000000"/>
              </a:solidFill>
              <a:latin typeface="Arial"/>
            </a:endParaRPr>
          </a:p>
        </p:txBody>
      </p:sp>
      <p:sp>
        <p:nvSpPr>
          <p:cNvPr id="418"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3200" spc="-1" strike="noStrike">
                <a:solidFill>
                  <a:srgbClr val="000000"/>
                </a:solidFill>
                <a:latin typeface="Arial"/>
              </a:rPr>
              <a:t>Cliquez pour éditer le format du plan de texte</a:t>
            </a:r>
            <a:endParaRPr b="0" lang="fr-F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Arial"/>
              </a:rPr>
              <a:t>Second niveau de plan</a:t>
            </a:r>
            <a:endParaRPr b="0" lang="fr-F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2400" spc="-1" strike="noStrike">
                <a:solidFill>
                  <a:srgbClr val="000000"/>
                </a:solidFill>
                <a:latin typeface="Arial"/>
              </a:rPr>
              <a:t>Troisième niveau de plan</a:t>
            </a:r>
            <a:endParaRPr b="0" lang="fr-F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2000" spc="-1" strike="noStrike">
                <a:solidFill>
                  <a:srgbClr val="000000"/>
                </a:solidFill>
                <a:latin typeface="Arial"/>
              </a:rPr>
              <a:t>Quatrième niveau de plan</a:t>
            </a:r>
            <a:endParaRPr b="0" lang="fr-F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Cinquième niveau de plan</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Sixième niveau de plan</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Septième niveau de plan</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9" r:id="rId2"/>
  </p:sldLayoutIdLst>
</p:sldMaster>
</file>

<file path=ppt/slideMasters/slideMaster4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9"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420"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421" name="PlaceHolder 3"/>
          <p:cNvSpPr>
            <a:spLocks noGrp="1"/>
          </p:cNvSpPr>
          <p:nvPr>
            <p:ph type="ftr" idx="52"/>
          </p:nvPr>
        </p:nvSpPr>
        <p:spPr>
          <a:xfrm>
            <a:off x="3126960" y="6247440"/>
            <a:ext cx="2895120" cy="469080"/>
          </a:xfrm>
          <a:prstGeom prst="rect">
            <a:avLst/>
          </a:prstGeom>
          <a:noFill/>
          <a:ln w="0">
            <a:noFill/>
          </a:ln>
        </p:spPr>
        <p:txBody>
          <a:bodyPr lIns="0" rIns="0" tIns="0" bIns="0" anchor="t">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422" name="PlaceHolder 4"/>
          <p:cNvSpPr>
            <a:spLocks noGrp="1"/>
          </p:cNvSpPr>
          <p:nvPr>
            <p:ph type="sldNum" idx="53"/>
          </p:nvPr>
        </p:nvSpPr>
        <p:spPr>
          <a:xfrm>
            <a:off x="6555960" y="6247440"/>
            <a:ext cx="2126880" cy="469080"/>
          </a:xfrm>
          <a:prstGeom prst="rect">
            <a:avLst/>
          </a:prstGeom>
          <a:noFill/>
          <a:ln w="0">
            <a:noFill/>
          </a:ln>
        </p:spPr>
        <p:txBody>
          <a:bodyPr lIns="0" rIns="0" tIns="0" bIns="0" anchor="t">
            <a:noAutofit/>
          </a:bodyPr>
          <a:lstStyle>
            <a:lvl1pPr indent="0" algn="r">
              <a:lnSpc>
                <a:spcPct val="100000"/>
              </a:lnSpc>
              <a:buNone/>
              <a:tabLst>
                <a:tab algn="l" pos="0"/>
              </a:tabLst>
              <a:defRPr b="0" lang="fr-FR" sz="1400" spc="-1" strike="noStrike">
                <a:solidFill>
                  <a:srgbClr val="000000"/>
                </a:solidFill>
                <a:latin typeface="Times New Roman"/>
              </a:defRPr>
            </a:lvl1pPr>
          </a:lstStyle>
          <a:p>
            <a:pPr indent="0" algn="r">
              <a:lnSpc>
                <a:spcPct val="100000"/>
              </a:lnSpc>
              <a:buNone/>
              <a:tabLst>
                <a:tab algn="l" pos="0"/>
              </a:tabLst>
            </a:pPr>
            <a:fld id="{5216510E-53D6-4F11-81AC-F36DE1A848AB}"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
        <p:nvSpPr>
          <p:cNvPr id="423" name="PlaceHolder 5"/>
          <p:cNvSpPr>
            <a:spLocks noGrp="1"/>
          </p:cNvSpPr>
          <p:nvPr>
            <p:ph type="dt" idx="54"/>
          </p:nvPr>
        </p:nvSpPr>
        <p:spPr>
          <a:xfrm>
            <a:off x="457200" y="6247440"/>
            <a:ext cx="2126880" cy="46908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31" r:id="rId2"/>
  </p:sldLayoutIdLst>
</p:sldMaster>
</file>

<file path=ppt/slideMasters/slideMaster4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427"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428" name="PlaceHolder 3"/>
          <p:cNvSpPr>
            <a:spLocks noGrp="1"/>
          </p:cNvSpPr>
          <p:nvPr>
            <p:ph type="ftr" idx="55"/>
          </p:nvPr>
        </p:nvSpPr>
        <p:spPr>
          <a:xfrm>
            <a:off x="3126960" y="6247440"/>
            <a:ext cx="2895120" cy="469080"/>
          </a:xfrm>
          <a:prstGeom prst="rect">
            <a:avLst/>
          </a:prstGeom>
          <a:noFill/>
          <a:ln w="0">
            <a:noFill/>
          </a:ln>
        </p:spPr>
        <p:txBody>
          <a:bodyPr lIns="0" rIns="0" tIns="0" bIns="0" anchor="t">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429" name="PlaceHolder 4"/>
          <p:cNvSpPr>
            <a:spLocks noGrp="1"/>
          </p:cNvSpPr>
          <p:nvPr>
            <p:ph type="sldNum" idx="56"/>
          </p:nvPr>
        </p:nvSpPr>
        <p:spPr>
          <a:xfrm>
            <a:off x="6555960" y="6247440"/>
            <a:ext cx="2126880" cy="469080"/>
          </a:xfrm>
          <a:prstGeom prst="rect">
            <a:avLst/>
          </a:prstGeom>
          <a:noFill/>
          <a:ln w="0">
            <a:noFill/>
          </a:ln>
        </p:spPr>
        <p:txBody>
          <a:bodyPr lIns="0" rIns="0" tIns="0" bIns="0" anchor="t">
            <a:noAutofit/>
          </a:bodyPr>
          <a:lstStyle>
            <a:lvl1pPr indent="0" algn="r">
              <a:lnSpc>
                <a:spcPct val="100000"/>
              </a:lnSpc>
              <a:buNone/>
              <a:tabLst>
                <a:tab algn="l" pos="0"/>
              </a:tabLst>
              <a:defRPr b="0" lang="fr-FR" sz="1400" spc="-1" strike="noStrike">
                <a:solidFill>
                  <a:srgbClr val="000000"/>
                </a:solidFill>
                <a:latin typeface="Times New Roman"/>
              </a:defRPr>
            </a:lvl1pPr>
          </a:lstStyle>
          <a:p>
            <a:pPr indent="0" algn="r">
              <a:lnSpc>
                <a:spcPct val="100000"/>
              </a:lnSpc>
              <a:buNone/>
              <a:tabLst>
                <a:tab algn="l" pos="0"/>
              </a:tabLst>
            </a:pPr>
            <a:fld id="{31E5F984-9758-4548-ADEF-16DA38B770E8}"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
        <p:nvSpPr>
          <p:cNvPr id="430" name="PlaceHolder 5"/>
          <p:cNvSpPr>
            <a:spLocks noGrp="1"/>
          </p:cNvSpPr>
          <p:nvPr>
            <p:ph type="dt" idx="57"/>
          </p:nvPr>
        </p:nvSpPr>
        <p:spPr>
          <a:xfrm>
            <a:off x="457200" y="6247440"/>
            <a:ext cx="2126880" cy="46908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33" r:id="rId2"/>
  </p:sldLayoutIdLst>
</p:sldMaster>
</file>

<file path=ppt/slideMasters/slideMaster4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3"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434"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fontScale="98333"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435"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fontScale="98333"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436" name="PlaceHolder 4"/>
          <p:cNvSpPr>
            <a:spLocks noGrp="1"/>
          </p:cNvSpPr>
          <p:nvPr>
            <p:ph type="ftr" idx="58"/>
          </p:nvPr>
        </p:nvSpPr>
        <p:spPr>
          <a:xfrm>
            <a:off x="3126960" y="6247440"/>
            <a:ext cx="2895120" cy="469080"/>
          </a:xfrm>
          <a:prstGeom prst="rect">
            <a:avLst/>
          </a:prstGeom>
          <a:noFill/>
          <a:ln w="0">
            <a:noFill/>
          </a:ln>
        </p:spPr>
        <p:txBody>
          <a:bodyPr lIns="0" rIns="0" tIns="0" bIns="0" anchor="t">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437" name="PlaceHolder 5"/>
          <p:cNvSpPr>
            <a:spLocks noGrp="1"/>
          </p:cNvSpPr>
          <p:nvPr>
            <p:ph type="sldNum" idx="59"/>
          </p:nvPr>
        </p:nvSpPr>
        <p:spPr>
          <a:xfrm>
            <a:off x="6555960" y="6247440"/>
            <a:ext cx="2126880" cy="469080"/>
          </a:xfrm>
          <a:prstGeom prst="rect">
            <a:avLst/>
          </a:prstGeom>
          <a:noFill/>
          <a:ln w="0">
            <a:noFill/>
          </a:ln>
        </p:spPr>
        <p:txBody>
          <a:bodyPr lIns="0" rIns="0" tIns="0" bIns="0" anchor="t">
            <a:noAutofit/>
          </a:bodyPr>
          <a:lstStyle>
            <a:lvl1pPr indent="0" algn="r">
              <a:lnSpc>
                <a:spcPct val="100000"/>
              </a:lnSpc>
              <a:buNone/>
              <a:tabLst>
                <a:tab algn="l" pos="0"/>
              </a:tabLst>
              <a:defRPr b="0" lang="fr-FR" sz="1400" spc="-1" strike="noStrike">
                <a:solidFill>
                  <a:srgbClr val="000000"/>
                </a:solidFill>
                <a:latin typeface="Times New Roman"/>
              </a:defRPr>
            </a:lvl1pPr>
          </a:lstStyle>
          <a:p>
            <a:pPr indent="0" algn="r">
              <a:lnSpc>
                <a:spcPct val="100000"/>
              </a:lnSpc>
              <a:buNone/>
              <a:tabLst>
                <a:tab algn="l" pos="0"/>
              </a:tabLst>
            </a:pPr>
            <a:fld id="{B6B32E34-0108-48CB-A4DC-954E8874D2DD}"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
        <p:nvSpPr>
          <p:cNvPr id="438" name="PlaceHolder 6"/>
          <p:cNvSpPr>
            <a:spLocks noGrp="1"/>
          </p:cNvSpPr>
          <p:nvPr>
            <p:ph type="dt" idx="60"/>
          </p:nvPr>
        </p:nvSpPr>
        <p:spPr>
          <a:xfrm>
            <a:off x="457200" y="6247440"/>
            <a:ext cx="2126880" cy="46908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35" r:id="rId2"/>
  </p:sldLayoutIdLst>
</p:sldMaster>
</file>

<file path=ppt/slideMasters/slideMaster4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443" name="PlaceHolder 2"/>
          <p:cNvSpPr>
            <a:spLocks noGrp="1"/>
          </p:cNvSpPr>
          <p:nvPr>
            <p:ph type="ftr" idx="61"/>
          </p:nvPr>
        </p:nvSpPr>
        <p:spPr>
          <a:xfrm>
            <a:off x="3126960" y="6247440"/>
            <a:ext cx="2895120" cy="469080"/>
          </a:xfrm>
          <a:prstGeom prst="rect">
            <a:avLst/>
          </a:prstGeom>
          <a:noFill/>
          <a:ln w="0">
            <a:noFill/>
          </a:ln>
        </p:spPr>
        <p:txBody>
          <a:bodyPr lIns="0" rIns="0" tIns="0" bIns="0" anchor="t">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444" name="PlaceHolder 3"/>
          <p:cNvSpPr>
            <a:spLocks noGrp="1"/>
          </p:cNvSpPr>
          <p:nvPr>
            <p:ph type="sldNum" idx="62"/>
          </p:nvPr>
        </p:nvSpPr>
        <p:spPr>
          <a:xfrm>
            <a:off x="6555960" y="6247440"/>
            <a:ext cx="2126880" cy="469080"/>
          </a:xfrm>
          <a:prstGeom prst="rect">
            <a:avLst/>
          </a:prstGeom>
          <a:noFill/>
          <a:ln w="0">
            <a:noFill/>
          </a:ln>
        </p:spPr>
        <p:txBody>
          <a:bodyPr lIns="0" rIns="0" tIns="0" bIns="0" anchor="t">
            <a:noAutofit/>
          </a:bodyPr>
          <a:lstStyle>
            <a:lvl1pPr indent="0" algn="r">
              <a:lnSpc>
                <a:spcPct val="100000"/>
              </a:lnSpc>
              <a:buNone/>
              <a:tabLst>
                <a:tab algn="l" pos="0"/>
              </a:tabLst>
              <a:defRPr b="0" lang="fr-FR" sz="1400" spc="-1" strike="noStrike">
                <a:solidFill>
                  <a:srgbClr val="000000"/>
                </a:solidFill>
                <a:latin typeface="Times New Roman"/>
              </a:defRPr>
            </a:lvl1pPr>
          </a:lstStyle>
          <a:p>
            <a:pPr indent="0" algn="r">
              <a:lnSpc>
                <a:spcPct val="100000"/>
              </a:lnSpc>
              <a:buNone/>
              <a:tabLst>
                <a:tab algn="l" pos="0"/>
              </a:tabLst>
            </a:pPr>
            <a:fld id="{C237B17C-62CA-4B40-B1FA-81B58CEFBD90}"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
        <p:nvSpPr>
          <p:cNvPr id="445" name="PlaceHolder 4"/>
          <p:cNvSpPr>
            <a:spLocks noGrp="1"/>
          </p:cNvSpPr>
          <p:nvPr>
            <p:ph type="dt" idx="63"/>
          </p:nvPr>
        </p:nvSpPr>
        <p:spPr>
          <a:xfrm>
            <a:off x="457200" y="6247440"/>
            <a:ext cx="2126880" cy="46908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37" r:id="rId2"/>
  </p:sldLayoutIdLst>
</p:sldMaster>
</file>

<file path=ppt/slideMasters/slideMaster4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7" name="PlaceHolder 1"/>
          <p:cNvSpPr>
            <a:spLocks noGrp="1"/>
          </p:cNvSpPr>
          <p:nvPr>
            <p:ph type="ftr" idx="64"/>
          </p:nvPr>
        </p:nvSpPr>
        <p:spPr>
          <a:xfrm>
            <a:off x="3126960" y="6247440"/>
            <a:ext cx="2895120" cy="469080"/>
          </a:xfrm>
          <a:prstGeom prst="rect">
            <a:avLst/>
          </a:prstGeom>
          <a:noFill/>
          <a:ln w="0">
            <a:noFill/>
          </a:ln>
        </p:spPr>
        <p:txBody>
          <a:bodyPr lIns="0" rIns="0" tIns="0" bIns="0" anchor="t">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448" name="PlaceHolder 2"/>
          <p:cNvSpPr>
            <a:spLocks noGrp="1"/>
          </p:cNvSpPr>
          <p:nvPr>
            <p:ph type="sldNum" idx="65"/>
          </p:nvPr>
        </p:nvSpPr>
        <p:spPr>
          <a:xfrm>
            <a:off x="6555960" y="6247440"/>
            <a:ext cx="2126880" cy="469080"/>
          </a:xfrm>
          <a:prstGeom prst="rect">
            <a:avLst/>
          </a:prstGeom>
          <a:noFill/>
          <a:ln w="0">
            <a:noFill/>
          </a:ln>
        </p:spPr>
        <p:txBody>
          <a:bodyPr lIns="0" rIns="0" tIns="0" bIns="0" anchor="t">
            <a:noAutofit/>
          </a:bodyPr>
          <a:lstStyle>
            <a:lvl1pPr indent="0" algn="r">
              <a:lnSpc>
                <a:spcPct val="100000"/>
              </a:lnSpc>
              <a:buNone/>
              <a:tabLst>
                <a:tab algn="l" pos="0"/>
              </a:tabLst>
              <a:defRPr b="0" lang="fr-FR" sz="1400" spc="-1" strike="noStrike">
                <a:solidFill>
                  <a:srgbClr val="000000"/>
                </a:solidFill>
                <a:latin typeface="Times New Roman"/>
              </a:defRPr>
            </a:lvl1pPr>
          </a:lstStyle>
          <a:p>
            <a:pPr indent="0" algn="r">
              <a:lnSpc>
                <a:spcPct val="100000"/>
              </a:lnSpc>
              <a:buNone/>
              <a:tabLst>
                <a:tab algn="l" pos="0"/>
              </a:tabLst>
            </a:pPr>
            <a:fld id="{8BACC14C-052A-4BD4-BD23-33A5EC426545}"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
        <p:nvSpPr>
          <p:cNvPr id="449" name="PlaceHolder 3"/>
          <p:cNvSpPr>
            <a:spLocks noGrp="1"/>
          </p:cNvSpPr>
          <p:nvPr>
            <p:ph type="dt" idx="66"/>
          </p:nvPr>
        </p:nvSpPr>
        <p:spPr>
          <a:xfrm>
            <a:off x="457200" y="6247440"/>
            <a:ext cx="2126880" cy="46908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39" r:id="rId2"/>
  </p:sldLayoutIdLst>
</p:sldMaster>
</file>

<file path=ppt/slideMasters/slideMaster4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451"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452"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fontScale="98333"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453"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454" name="PlaceHolder 5"/>
          <p:cNvSpPr>
            <a:spLocks noGrp="1"/>
          </p:cNvSpPr>
          <p:nvPr>
            <p:ph type="ftr" idx="67"/>
          </p:nvPr>
        </p:nvSpPr>
        <p:spPr>
          <a:xfrm>
            <a:off x="3126960" y="6247440"/>
            <a:ext cx="2895120" cy="469080"/>
          </a:xfrm>
          <a:prstGeom prst="rect">
            <a:avLst/>
          </a:prstGeom>
          <a:noFill/>
          <a:ln w="0">
            <a:noFill/>
          </a:ln>
        </p:spPr>
        <p:txBody>
          <a:bodyPr lIns="0" rIns="0" tIns="0" bIns="0" anchor="t">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455" name="PlaceHolder 6"/>
          <p:cNvSpPr>
            <a:spLocks noGrp="1"/>
          </p:cNvSpPr>
          <p:nvPr>
            <p:ph type="sldNum" idx="68"/>
          </p:nvPr>
        </p:nvSpPr>
        <p:spPr>
          <a:xfrm>
            <a:off x="6555960" y="6247440"/>
            <a:ext cx="2126880" cy="469080"/>
          </a:xfrm>
          <a:prstGeom prst="rect">
            <a:avLst/>
          </a:prstGeom>
          <a:noFill/>
          <a:ln w="0">
            <a:noFill/>
          </a:ln>
        </p:spPr>
        <p:txBody>
          <a:bodyPr lIns="0" rIns="0" tIns="0" bIns="0" anchor="t">
            <a:noAutofit/>
          </a:bodyPr>
          <a:lstStyle>
            <a:lvl1pPr indent="0" algn="r">
              <a:lnSpc>
                <a:spcPct val="100000"/>
              </a:lnSpc>
              <a:buNone/>
              <a:tabLst>
                <a:tab algn="l" pos="0"/>
              </a:tabLst>
              <a:defRPr b="0" lang="fr-FR" sz="1400" spc="-1" strike="noStrike">
                <a:solidFill>
                  <a:srgbClr val="000000"/>
                </a:solidFill>
                <a:latin typeface="Times New Roman"/>
              </a:defRPr>
            </a:lvl1pPr>
          </a:lstStyle>
          <a:p>
            <a:pPr indent="0" algn="r">
              <a:lnSpc>
                <a:spcPct val="100000"/>
              </a:lnSpc>
              <a:buNone/>
              <a:tabLst>
                <a:tab algn="l" pos="0"/>
              </a:tabLst>
            </a:pPr>
            <a:fld id="{AE9C55C7-85C2-4FDD-B30F-ED3B27900E5D}"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
        <p:nvSpPr>
          <p:cNvPr id="456" name="PlaceHolder 7"/>
          <p:cNvSpPr>
            <a:spLocks noGrp="1"/>
          </p:cNvSpPr>
          <p:nvPr>
            <p:ph type="dt" idx="69"/>
          </p:nvPr>
        </p:nvSpPr>
        <p:spPr>
          <a:xfrm>
            <a:off x="457200" y="6247440"/>
            <a:ext cx="2126880" cy="46908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41" r:id="rId2"/>
  </p:sldLayoutIdLst>
</p:sldMaster>
</file>

<file path=ppt/slideMasters/slideMaster4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1"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462"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fontScale="98333"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463"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464" name="PlaceHolder 4"/>
          <p:cNvSpPr>
            <a:spLocks noGrp="1"/>
          </p:cNvSpPr>
          <p:nvPr>
            <p:ph type="body"/>
          </p:nvPr>
        </p:nvSpPr>
        <p:spPr>
          <a:xfrm>
            <a:off x="467424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465" name="PlaceHolder 5"/>
          <p:cNvSpPr>
            <a:spLocks noGrp="1"/>
          </p:cNvSpPr>
          <p:nvPr>
            <p:ph type="ftr" idx="70"/>
          </p:nvPr>
        </p:nvSpPr>
        <p:spPr>
          <a:xfrm>
            <a:off x="3126960" y="6247440"/>
            <a:ext cx="2895120" cy="469080"/>
          </a:xfrm>
          <a:prstGeom prst="rect">
            <a:avLst/>
          </a:prstGeom>
          <a:noFill/>
          <a:ln w="0">
            <a:noFill/>
          </a:ln>
        </p:spPr>
        <p:txBody>
          <a:bodyPr lIns="0" rIns="0" tIns="0" bIns="0" anchor="t">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466" name="PlaceHolder 6"/>
          <p:cNvSpPr>
            <a:spLocks noGrp="1"/>
          </p:cNvSpPr>
          <p:nvPr>
            <p:ph type="sldNum" idx="71"/>
          </p:nvPr>
        </p:nvSpPr>
        <p:spPr>
          <a:xfrm>
            <a:off x="6555960" y="6247440"/>
            <a:ext cx="2126880" cy="469080"/>
          </a:xfrm>
          <a:prstGeom prst="rect">
            <a:avLst/>
          </a:prstGeom>
          <a:noFill/>
          <a:ln w="0">
            <a:noFill/>
          </a:ln>
        </p:spPr>
        <p:txBody>
          <a:bodyPr lIns="0" rIns="0" tIns="0" bIns="0" anchor="t">
            <a:noAutofit/>
          </a:bodyPr>
          <a:lstStyle>
            <a:lvl1pPr indent="0" algn="r">
              <a:lnSpc>
                <a:spcPct val="100000"/>
              </a:lnSpc>
              <a:buNone/>
              <a:tabLst>
                <a:tab algn="l" pos="0"/>
              </a:tabLst>
              <a:defRPr b="0" lang="fr-FR" sz="1400" spc="-1" strike="noStrike">
                <a:solidFill>
                  <a:srgbClr val="000000"/>
                </a:solidFill>
                <a:latin typeface="Times New Roman"/>
              </a:defRPr>
            </a:lvl1pPr>
          </a:lstStyle>
          <a:p>
            <a:pPr indent="0" algn="r">
              <a:lnSpc>
                <a:spcPct val="100000"/>
              </a:lnSpc>
              <a:buNone/>
              <a:tabLst>
                <a:tab algn="l" pos="0"/>
              </a:tabLst>
            </a:pPr>
            <a:fld id="{ECF41C06-1DCA-49FE-9911-9C9D0936B495}"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
        <p:nvSpPr>
          <p:cNvPr id="467" name="PlaceHolder 7"/>
          <p:cNvSpPr>
            <a:spLocks noGrp="1"/>
          </p:cNvSpPr>
          <p:nvPr>
            <p:ph type="dt" idx="72"/>
          </p:nvPr>
        </p:nvSpPr>
        <p:spPr>
          <a:xfrm>
            <a:off x="457200" y="6247440"/>
            <a:ext cx="2126880" cy="46908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43" r:id="rId2"/>
  </p:sldLayoutIdLst>
</p:sldMaster>
</file>

<file path=ppt/slideMasters/slideMaster4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473"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474" name="PlaceHolder 3"/>
          <p:cNvSpPr>
            <a:spLocks noGrp="1"/>
          </p:cNvSpPr>
          <p:nvPr>
            <p:ph type="ftr" idx="73"/>
          </p:nvPr>
        </p:nvSpPr>
        <p:spPr>
          <a:xfrm>
            <a:off x="3126960" y="6247440"/>
            <a:ext cx="2898000" cy="471960"/>
          </a:xfrm>
          <a:prstGeom prst="rect">
            <a:avLst/>
          </a:prstGeom>
          <a:noFill/>
          <a:ln w="0">
            <a:noFill/>
          </a:ln>
        </p:spPr>
        <p:txBody>
          <a:bodyPr lIns="0" rIns="0" tIns="0" bIns="0" anchor="t">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475" name="PlaceHolder 4"/>
          <p:cNvSpPr>
            <a:spLocks noGrp="1"/>
          </p:cNvSpPr>
          <p:nvPr>
            <p:ph type="sldNum" idx="74"/>
          </p:nvPr>
        </p:nvSpPr>
        <p:spPr>
          <a:xfrm>
            <a:off x="6555960" y="6247440"/>
            <a:ext cx="2129760" cy="471960"/>
          </a:xfrm>
          <a:prstGeom prst="rect">
            <a:avLst/>
          </a:prstGeom>
          <a:noFill/>
          <a:ln w="0">
            <a:noFill/>
          </a:ln>
        </p:spPr>
        <p:txBody>
          <a:bodyPr lIns="0" rIns="0" tIns="0" bIns="0" anchor="t">
            <a:noAutofit/>
          </a:bodyPr>
          <a:lstStyle>
            <a:lvl1pPr indent="0" algn="r">
              <a:lnSpc>
                <a:spcPct val="100000"/>
              </a:lnSpc>
              <a:buNone/>
              <a:tabLst>
                <a:tab algn="l" pos="0"/>
              </a:tabLst>
              <a:defRPr b="0" lang="fr-FR" sz="1400" spc="-1" strike="noStrike">
                <a:solidFill>
                  <a:srgbClr val="000000"/>
                </a:solidFill>
                <a:latin typeface="Times New Roman"/>
              </a:defRPr>
            </a:lvl1pPr>
          </a:lstStyle>
          <a:p>
            <a:pPr indent="0" algn="r">
              <a:lnSpc>
                <a:spcPct val="100000"/>
              </a:lnSpc>
              <a:buNone/>
              <a:tabLst>
                <a:tab algn="l" pos="0"/>
              </a:tabLst>
            </a:pPr>
            <a:fld id="{9CC3FFFF-62C7-4B06-873F-46D5D79FDA32}"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
        <p:nvSpPr>
          <p:cNvPr id="476" name="PlaceHolder 5"/>
          <p:cNvSpPr>
            <a:spLocks noGrp="1"/>
          </p:cNvSpPr>
          <p:nvPr>
            <p:ph type="dt" idx="75"/>
          </p:nvPr>
        </p:nvSpPr>
        <p:spPr>
          <a:xfrm>
            <a:off x="457200" y="6247440"/>
            <a:ext cx="2129760" cy="47196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45"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1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9.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2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9.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9" name="TextShape 1"/>
          <p:cNvSpPr/>
          <p:nvPr/>
        </p:nvSpPr>
        <p:spPr>
          <a:xfrm>
            <a:off x="685800" y="1752480"/>
            <a:ext cx="7768080" cy="1825560"/>
          </a:xfrm>
          <a:prstGeom prst="rect">
            <a:avLst/>
          </a:prstGeom>
          <a:noFill/>
          <a:ln w="0">
            <a:noFill/>
          </a:ln>
        </p:spPr>
        <p:style>
          <a:lnRef idx="0"/>
          <a:fillRef idx="0"/>
          <a:effectRef idx="0"/>
          <a:fontRef idx="minor"/>
        </p:style>
        <p:txBody>
          <a:bodyPr lIns="90000" rIns="90000" tIns="45000" bIns="45000" anchor="b">
            <a:normAutofit fontScale="98333"/>
          </a:bodyPr>
          <a:p>
            <a:pPr algn="r">
              <a:lnSpc>
                <a:spcPct val="100000"/>
              </a:lnSpc>
            </a:pPr>
            <a:r>
              <a:rPr b="1" lang="fr-FR" sz="4800" spc="-1" strike="noStrike">
                <a:solidFill>
                  <a:srgbClr val="464646"/>
                </a:solidFill>
                <a:latin typeface="Lucida Sans Unicode"/>
                <a:ea typeface="DejaVu Sans"/>
              </a:rPr>
              <a:t>Le Règlement Général sur la Protection des Données </a:t>
            </a:r>
            <a:endParaRPr b="0" lang="fr-FR" sz="4800" spc="-1" strike="noStrike">
              <a:solidFill>
                <a:srgbClr val="000000"/>
              </a:solidFill>
              <a:latin typeface="Arial"/>
            </a:endParaRPr>
          </a:p>
        </p:txBody>
      </p:sp>
      <p:sp>
        <p:nvSpPr>
          <p:cNvPr id="480" name="TextShape 2"/>
          <p:cNvSpPr/>
          <p:nvPr/>
        </p:nvSpPr>
        <p:spPr>
          <a:xfrm>
            <a:off x="685800" y="3611520"/>
            <a:ext cx="7768080" cy="1195560"/>
          </a:xfrm>
          <a:prstGeom prst="rect">
            <a:avLst/>
          </a:prstGeom>
          <a:noFill/>
          <a:ln w="0">
            <a:noFill/>
          </a:ln>
        </p:spPr>
        <p:style>
          <a:lnRef idx="0"/>
          <a:fillRef idx="0"/>
          <a:effectRef idx="0"/>
          <a:fontRef idx="minor"/>
        </p:style>
        <p:txBody>
          <a:bodyPr lIns="45720" rIns="45720" tIns="45000" bIns="45000" anchor="t">
            <a:noAutofit/>
          </a:bodyPr>
          <a:p>
            <a:pPr algn="r">
              <a:lnSpc>
                <a:spcPct val="100000"/>
              </a:lnSpc>
              <a:spcBef>
                <a:spcPts val="400"/>
              </a:spcBef>
            </a:pPr>
            <a:r>
              <a:rPr b="0" lang="fr-FR" sz="2700" spc="-1" strike="noStrike">
                <a:solidFill>
                  <a:srgbClr val="464646"/>
                </a:solidFill>
                <a:latin typeface="Lucida Sans Unicode"/>
                <a:ea typeface="DejaVu Sans"/>
              </a:rPr>
              <a:t>Les règles à respecter pour tout traitement de données personnelles </a:t>
            </a:r>
            <a:endParaRPr b="0" lang="fr-FR" sz="2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1" name="TextShape 1"/>
          <p:cNvSpPr/>
          <p:nvPr/>
        </p:nvSpPr>
        <p:spPr>
          <a:xfrm>
            <a:off x="457200" y="1481400"/>
            <a:ext cx="8225280" cy="4521600"/>
          </a:xfrm>
          <a:prstGeom prst="rect">
            <a:avLst/>
          </a:prstGeom>
          <a:noFill/>
          <a:ln w="0">
            <a:noFill/>
          </a:ln>
        </p:spPr>
        <p:style>
          <a:lnRef idx="0"/>
          <a:fillRef idx="0"/>
          <a:effectRef idx="0"/>
          <a:fontRef idx="minor"/>
        </p:style>
        <p:txBody>
          <a:bodyPr lIns="90000" rIns="90000" tIns="45000" bIns="45000" anchor="t">
            <a:noAutofit/>
          </a:bodyPr>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Proportionnalité et pertinence des données traitées (I) ;</a:t>
            </a: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Principe d'une durée de conservation des données limitée (II) ;</a:t>
            </a: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Principe de sécurité, d'intégrité et de confidentialité des données (III) ;</a:t>
            </a: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Principe d'interdiction de traitement de données dites sensibles (IV) ;</a:t>
            </a: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Principe de respect des personnes (V).</a:t>
            </a:r>
            <a:endParaRPr b="0" lang="fr-FR" sz="2700" spc="-1" strike="noStrike">
              <a:solidFill>
                <a:srgbClr val="000000"/>
              </a:solidFill>
              <a:latin typeface="Arial"/>
            </a:endParaRPr>
          </a:p>
        </p:txBody>
      </p:sp>
      <p:sp>
        <p:nvSpPr>
          <p:cNvPr id="482" name="TextShape 2"/>
          <p:cNvSpPr/>
          <p:nvPr/>
        </p:nvSpPr>
        <p:spPr>
          <a:xfrm>
            <a:off x="457200" y="274680"/>
            <a:ext cx="8225280" cy="1138680"/>
          </a:xfrm>
          <a:prstGeom prst="rect">
            <a:avLst/>
          </a:prstGeom>
          <a:noFill/>
          <a:ln w="0">
            <a:noFill/>
          </a:ln>
        </p:spPr>
        <p:style>
          <a:lnRef idx="0"/>
          <a:fillRef idx="0"/>
          <a:effectRef idx="0"/>
          <a:fontRef idx="minor"/>
        </p:style>
        <p:txBody>
          <a:bodyPr lIns="90000" rIns="90000" tIns="45000" bIns="45000" anchor="ctr">
            <a:normAutofit/>
          </a:bodyPr>
          <a:p>
            <a:pPr>
              <a:lnSpc>
                <a:spcPct val="100000"/>
              </a:lnSpc>
            </a:pPr>
            <a:r>
              <a:rPr b="1" lang="fr-FR" sz="2800" spc="-1" strike="noStrike">
                <a:solidFill>
                  <a:srgbClr val="464646"/>
                </a:solidFill>
                <a:latin typeface="Lucida Sans Unicode"/>
                <a:ea typeface="DejaVu Sans"/>
              </a:rPr>
              <a:t>Les grands principes posés par le RGPD</a:t>
            </a:r>
            <a:endParaRPr b="0" lang="fr-F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3" name="PlaceHolder 1"/>
          <p:cNvSpPr>
            <a:spLocks noGrp="1"/>
          </p:cNvSpPr>
          <p:nvPr>
            <p:ph type="subTitle"/>
          </p:nvPr>
        </p:nvSpPr>
        <p:spPr>
          <a:xfrm>
            <a:off x="497520" y="995040"/>
            <a:ext cx="8226000" cy="1766520"/>
          </a:xfrm>
          <a:prstGeom prst="rect">
            <a:avLst/>
          </a:prstGeom>
          <a:noFill/>
          <a:ln w="0">
            <a:noFill/>
          </a:ln>
        </p:spPr>
        <p:txBody>
          <a:bodyPr lIns="0" rIns="0" tIns="0" bIns="0" anchor="ctr">
            <a:noAutofit/>
          </a:bodyPr>
          <a:p>
            <a:pPr algn="ctr">
              <a:lnSpc>
                <a:spcPct val="100000"/>
              </a:lnSpc>
            </a:pPr>
            <a:r>
              <a:rPr b="1" lang="fr-FR" sz="2800" spc="-1" strike="noStrike">
                <a:solidFill>
                  <a:srgbClr val="464646"/>
                </a:solidFill>
                <a:latin typeface="Lucida Sans Unicode"/>
              </a:rPr>
              <a:t>La proportionnalité et la pertinence des données traitées</a:t>
            </a:r>
            <a:endParaRPr b="0" lang="fr-FR" sz="2800" spc="-1" strike="noStrike">
              <a:solidFill>
                <a:srgbClr val="000000"/>
              </a:solidFill>
              <a:latin typeface="Arial"/>
            </a:endParaRPr>
          </a:p>
        </p:txBody>
      </p:sp>
      <p:pic>
        <p:nvPicPr>
          <p:cNvPr id="484" name="" descr=""/>
          <p:cNvPicPr/>
          <p:nvPr/>
        </p:nvPicPr>
        <p:blipFill>
          <a:blip r:embed="rId1"/>
          <a:stretch/>
        </p:blipFill>
        <p:spPr>
          <a:xfrm rot="34200">
            <a:off x="2514240" y="2783160"/>
            <a:ext cx="3735720" cy="391284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PlaceHolder 1"/>
          <p:cNvSpPr>
            <a:spLocks noGrp="1"/>
          </p:cNvSpPr>
          <p:nvPr>
            <p:ph type="title"/>
          </p:nvPr>
        </p:nvSpPr>
        <p:spPr>
          <a:xfrm>
            <a:off x="457200" y="183600"/>
            <a:ext cx="8226000" cy="1320840"/>
          </a:xfrm>
          <a:prstGeom prst="rect">
            <a:avLst/>
          </a:prstGeom>
          <a:noFill/>
          <a:ln w="0">
            <a:noFill/>
          </a:ln>
        </p:spPr>
        <p:txBody>
          <a:bodyPr lIns="0" rIns="0" tIns="0" bIns="0" anchor="ctr">
            <a:noAutofit/>
          </a:bodyPr>
          <a:p>
            <a:pPr indent="0" algn="ctr">
              <a:lnSpc>
                <a:spcPct val="100000"/>
              </a:lnSpc>
              <a:buNone/>
              <a:tabLst>
                <a:tab algn="l" pos="0"/>
              </a:tabLst>
            </a:pPr>
            <a:r>
              <a:rPr b="1" lang="fr-FR" sz="2800" spc="-1" strike="noStrike">
                <a:solidFill>
                  <a:srgbClr val="464646"/>
                </a:solidFill>
                <a:latin typeface="Lucida Sans Unicode"/>
              </a:rPr>
              <a:t>La proportionnalité et la pertinence des données traitées</a:t>
            </a:r>
            <a:endParaRPr b="0" lang="fr-FR" sz="2800" spc="-1" strike="noStrike">
              <a:solidFill>
                <a:srgbClr val="000000"/>
              </a:solidFill>
              <a:latin typeface="Arial"/>
            </a:endParaRPr>
          </a:p>
        </p:txBody>
      </p:sp>
      <p:sp>
        <p:nvSpPr>
          <p:cNvPr id="486" name="PlaceHolder 2"/>
          <p:cNvSpPr>
            <a:spLocks noGrp="1"/>
          </p:cNvSpPr>
          <p:nvPr>
            <p:ph/>
          </p:nvPr>
        </p:nvSpPr>
        <p:spPr>
          <a:xfrm>
            <a:off x="457200" y="1604520"/>
            <a:ext cx="8226000" cy="3974040"/>
          </a:xfrm>
          <a:prstGeom prst="rect">
            <a:avLst/>
          </a:prstGeom>
          <a:noFill/>
          <a:ln w="0">
            <a:noFill/>
          </a:ln>
        </p:spPr>
        <p:txBody>
          <a:bodyPr lIns="0" rIns="0" tIns="0" bIns="0" anchor="t">
            <a:normAutofit fontScale="43333"/>
          </a:bodyPr>
          <a:p>
            <a:pPr marL="432000" indent="-324000" algn="ctr">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Les informations enregistrées doivent être pertinentes et strictement nécessaires au regard de la finalité du fichier</a:t>
            </a:r>
            <a:endParaRPr b="0" lang="fr-FR" sz="387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Le principe de minimisation implique que le responsable de traitement collecte et traite uniquement les données qui sont nécessaires au traitement. Les données collectées doivent être proportionnées par rapport aux besoins du traitement. Comme l’explique la CNIL, « les informations enregistrées doivent être pertinentes et strictement nécessaires au regard de la finalité du fichier ».</a:t>
            </a:r>
            <a:endParaRPr b="0" lang="fr-FR" sz="3870" spc="-1" strike="noStrike">
              <a:solidFill>
                <a:srgbClr val="000000"/>
              </a:solidFill>
              <a:latin typeface="Arial"/>
            </a:endParaRPr>
          </a:p>
          <a:p>
            <a:pPr lvl="2" marL="1296000" indent="-288000" algn="just">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Par exemple, un responsable de traitement peut avoir besoin des coordonnées de ses prospects pour ses opérations de communication, mais s’il ne procède qu’à des newsletters par voie électronique, il n’est pas nécessaire a priori de collecter l’adresse postale des personnes concernées.</a:t>
            </a:r>
            <a:endParaRPr b="0" lang="fr-FR" sz="290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Le principe de minimisation doit être pris en compte dès la conception du traitement par le responsable du traitement, et le cas échéant son partenaire coresponsable de traitement. </a:t>
            </a:r>
            <a:endParaRPr b="0" lang="fr-FR" sz="38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7" name="PlaceHolder 1"/>
          <p:cNvSpPr>
            <a:spLocks noGrp="1"/>
          </p:cNvSpPr>
          <p:nvPr>
            <p:ph type="title"/>
          </p:nvPr>
        </p:nvSpPr>
        <p:spPr>
          <a:xfrm>
            <a:off x="457200" y="183600"/>
            <a:ext cx="8226000" cy="1320840"/>
          </a:xfrm>
          <a:prstGeom prst="rect">
            <a:avLst/>
          </a:prstGeom>
          <a:noFill/>
          <a:ln w="0">
            <a:noFill/>
          </a:ln>
        </p:spPr>
        <p:txBody>
          <a:bodyPr lIns="0" rIns="0" tIns="0" bIns="0" anchor="ctr">
            <a:noAutofit/>
          </a:bodyPr>
          <a:p>
            <a:pPr indent="0" algn="ctr">
              <a:lnSpc>
                <a:spcPct val="100000"/>
              </a:lnSpc>
              <a:buNone/>
              <a:tabLst>
                <a:tab algn="l" pos="0"/>
              </a:tabLst>
            </a:pPr>
            <a:r>
              <a:rPr b="1" lang="fr-FR" sz="2800" spc="-1" strike="noStrike">
                <a:solidFill>
                  <a:srgbClr val="464646"/>
                </a:solidFill>
                <a:latin typeface="Lucida Sans Unicode"/>
              </a:rPr>
              <a:t>La proportionnalité et la pertinence des données traitées</a:t>
            </a:r>
            <a:endParaRPr b="0" lang="fr-FR" sz="2800" spc="-1" strike="noStrike">
              <a:solidFill>
                <a:srgbClr val="000000"/>
              </a:solidFill>
              <a:latin typeface="Arial"/>
            </a:endParaRPr>
          </a:p>
        </p:txBody>
      </p:sp>
      <p:sp>
        <p:nvSpPr>
          <p:cNvPr id="488" name="PlaceHolder 2"/>
          <p:cNvSpPr>
            <a:spLocks noGrp="1"/>
          </p:cNvSpPr>
          <p:nvPr>
            <p:ph/>
          </p:nvPr>
        </p:nvSpPr>
        <p:spPr>
          <a:xfrm>
            <a:off x="457200" y="1604520"/>
            <a:ext cx="8226000" cy="3974040"/>
          </a:xfrm>
          <a:prstGeom prst="rect">
            <a:avLst/>
          </a:prstGeom>
          <a:noFill/>
          <a:ln w="0">
            <a:noFill/>
          </a:ln>
        </p:spPr>
        <p:txBody>
          <a:bodyPr lIns="0" rIns="0" tIns="0" bIns="0" anchor="t">
            <a:normAutofit fontScale="46666" lnSpcReduction="10000"/>
          </a:bodyPr>
          <a:p>
            <a:pPr marL="432000" indent="-324000" algn="just">
              <a:lnSpc>
                <a:spcPct val="100000"/>
              </a:lnSpc>
              <a:spcBef>
                <a:spcPts val="400"/>
              </a:spcBef>
              <a:buClr>
                <a:srgbClr val="000000"/>
              </a:buClr>
              <a:buSzPct val="45000"/>
              <a:buFont typeface="Wingdings" charset="2"/>
              <a:buChar char=""/>
            </a:pPr>
            <a:r>
              <a:rPr b="0" lang="fr-FR" sz="2700" spc="-1" strike="noStrike">
                <a:solidFill>
                  <a:srgbClr val="000000"/>
                </a:solidFill>
                <a:latin typeface="Lucida Sans Unicode"/>
              </a:rPr>
              <a:t>La finalité doit être déterminée, légitime et explicite : il convient de définir l’objectif poursuivi par la mise en place  du fichier.  Cet objectif doit être compatible avec les missions de l’organisme,  il doit être clair et compréhensible. </a:t>
            </a:r>
            <a:endParaRPr b="0" lang="fr-FR" sz="2700" spc="-1" strike="noStrike">
              <a:solidFill>
                <a:srgbClr val="000000"/>
              </a:solidFill>
              <a:latin typeface="Arial"/>
            </a:endParaRPr>
          </a:p>
          <a:p>
            <a:pPr lvl="3" marL="1728000" indent="-216000" algn="ctr">
              <a:lnSpc>
                <a:spcPct val="100000"/>
              </a:lnSpc>
              <a:spcBef>
                <a:spcPts val="683"/>
              </a:spcBef>
              <a:buClr>
                <a:srgbClr val="000000"/>
              </a:buClr>
              <a:buSzPct val="75000"/>
              <a:buFont typeface="Symbol"/>
              <a:buChar char=""/>
              <a:tabLst>
                <a:tab algn="l" pos="0"/>
              </a:tabLst>
            </a:pPr>
            <a:r>
              <a:rPr b="0" i="1" lang="fr-FR" sz="2700" spc="-1" strike="noStrike">
                <a:solidFill>
                  <a:srgbClr val="000000"/>
                </a:solidFill>
                <a:latin typeface="Lucida Sans Unicode"/>
              </a:rPr>
              <a:t>Exemples de finalités : gestion du recrutement, gestion de la clientèle, enquête de satisfaction, protection des biens et des personnes, etc.</a:t>
            </a:r>
            <a:endParaRPr b="0" lang="fr-FR" sz="2700" spc="-1" strike="noStrike">
              <a:solidFill>
                <a:srgbClr val="000000"/>
              </a:solidFill>
              <a:latin typeface="Arial"/>
            </a:endParaRPr>
          </a:p>
          <a:p>
            <a:pPr marL="432000" indent="-324000" algn="just">
              <a:lnSpc>
                <a:spcPct val="100000"/>
              </a:lnSpc>
              <a:spcBef>
                <a:spcPts val="400"/>
              </a:spcBef>
              <a:buClr>
                <a:srgbClr val="000000"/>
              </a:buClr>
              <a:buSzPct val="45000"/>
              <a:buFont typeface="Wingdings" charset="2"/>
              <a:buChar char=""/>
              <a:tabLst>
                <a:tab algn="l" pos="0"/>
              </a:tabLst>
            </a:pPr>
            <a:r>
              <a:rPr b="0" lang="fr-FR" sz="2700" spc="-1" strike="noStrike">
                <a:solidFill>
                  <a:srgbClr val="000000"/>
                </a:solidFill>
                <a:latin typeface="Lucida Sans Unicode"/>
              </a:rPr>
              <a:t>La finalité doit être respectée : il n’est pas possible d’utiliser le fichier pour un autre objectif que celui qui a été défini. </a:t>
            </a:r>
            <a:endParaRPr b="0" lang="fr-FR" sz="2700" spc="-1" strike="noStrike">
              <a:solidFill>
                <a:srgbClr val="000000"/>
              </a:solidFill>
              <a:latin typeface="Arial"/>
            </a:endParaRPr>
          </a:p>
          <a:p>
            <a:pPr lvl="1" marL="864000" indent="-324000" algn="ctr">
              <a:lnSpc>
                <a:spcPct val="100000"/>
              </a:lnSpc>
              <a:spcBef>
                <a:spcPts val="1369"/>
              </a:spcBef>
              <a:buClr>
                <a:srgbClr val="000000"/>
              </a:buClr>
              <a:buSzPct val="75000"/>
              <a:buFont typeface="Symbol"/>
              <a:buChar char=""/>
              <a:tabLst>
                <a:tab algn="l" pos="0"/>
              </a:tabLst>
            </a:pPr>
            <a:r>
              <a:rPr b="0" i="1" lang="fr-FR" sz="2700" spc="-1" strike="noStrike">
                <a:solidFill>
                  <a:srgbClr val="000000"/>
                </a:solidFill>
                <a:latin typeface="Lucida Sans Unicode"/>
              </a:rPr>
              <a:t>Par exemple, un fichier de recrutement ne peut pas être utilisé pour proposer des offres commerciales aux candidats à un emploi dans votre société.</a:t>
            </a:r>
            <a:endParaRPr b="0" lang="fr-FR" sz="2700" spc="-1" strike="noStrike">
              <a:solidFill>
                <a:srgbClr val="000000"/>
              </a:solidFill>
              <a:latin typeface="Arial"/>
            </a:endParaRPr>
          </a:p>
          <a:p>
            <a:pPr marL="432000" indent="-324000" algn="just">
              <a:lnSpc>
                <a:spcPct val="100000"/>
              </a:lnSpc>
              <a:spcBef>
                <a:spcPts val="400"/>
              </a:spcBef>
              <a:buClr>
                <a:srgbClr val="000000"/>
              </a:buClr>
              <a:buSzPct val="45000"/>
              <a:buFont typeface="Wingdings" charset="2"/>
              <a:buChar char=""/>
              <a:tabLst>
                <a:tab algn="l" pos="0"/>
              </a:tabLst>
            </a:pPr>
            <a:r>
              <a:rPr b="0" lang="fr-FR" sz="2700" spc="-1" strike="noStrike">
                <a:solidFill>
                  <a:srgbClr val="000000"/>
                </a:solidFill>
                <a:latin typeface="Lucida Sans Unicode"/>
              </a:rPr>
              <a:t>​</a:t>
            </a:r>
            <a:r>
              <a:rPr b="0" lang="fr-FR" sz="2700" spc="-1" strike="noStrike">
                <a:solidFill>
                  <a:srgbClr val="000000"/>
                </a:solidFill>
                <a:latin typeface="Lucida Sans Unicode"/>
              </a:rPr>
              <a:t>Seules les données adéquates et strictement nécessaires pour atteindre la finalité du fichier sont autorisées à y figurer.</a:t>
            </a:r>
            <a:endParaRPr b="0" lang="fr-FR" sz="2700" spc="-1" strike="noStrike">
              <a:solidFill>
                <a:srgbClr val="000000"/>
              </a:solidFill>
              <a:latin typeface="Arial"/>
            </a:endParaRPr>
          </a:p>
          <a:p>
            <a:pPr lvl="1" marL="864000" indent="-324000">
              <a:lnSpc>
                <a:spcPct val="100000"/>
              </a:lnSpc>
              <a:spcBef>
                <a:spcPts val="1369"/>
              </a:spcBef>
              <a:buClr>
                <a:srgbClr val="000000"/>
              </a:buClr>
              <a:buSzPct val="75000"/>
              <a:buFont typeface="Symbol"/>
              <a:buChar char=""/>
              <a:tabLst>
                <a:tab algn="l" pos="0"/>
              </a:tabLst>
            </a:pPr>
            <a:r>
              <a:rPr b="0" i="1" lang="fr-FR" sz="2700" spc="-1" strike="noStrike">
                <a:solidFill>
                  <a:srgbClr val="000000"/>
                </a:solidFill>
                <a:latin typeface="Lucida Sans Unicode"/>
              </a:rPr>
              <a:t>Par exemple, il n'est pas pertinent de demander le numéro de sécurité sociale (ou NIR) d'un client pour alimenter un fichier dont la finalité est la gestion des achats d’un magasin de meubles.</a:t>
            </a:r>
            <a:endParaRPr b="0" lang="fr-FR" sz="2700" spc="-1" strike="noStrike">
              <a:solidFill>
                <a:srgbClr val="000000"/>
              </a:solidFill>
              <a:latin typeface="Arial"/>
            </a:endParaRPr>
          </a:p>
          <a:p>
            <a:pPr indent="0">
              <a:lnSpc>
                <a:spcPct val="100000"/>
              </a:lnSpc>
              <a:spcBef>
                <a:spcPts val="1417"/>
              </a:spcBef>
              <a:buNone/>
              <a:tabLst>
                <a:tab algn="l" pos="0"/>
              </a:tabLst>
            </a:pPr>
            <a:endParaRPr b="0" lang="fr-FR" sz="2700" spc="-1" strike="noStrike">
              <a:solidFill>
                <a:srgbClr val="000000"/>
              </a:solidFill>
              <a:latin typeface="Arial"/>
            </a:endParaRPr>
          </a:p>
          <a:p>
            <a:pPr lvl="1" marL="864000" indent="-324000">
              <a:lnSpc>
                <a:spcPct val="100000"/>
              </a:lnSpc>
              <a:spcBef>
                <a:spcPts val="1369"/>
              </a:spcBef>
              <a:buClr>
                <a:srgbClr val="000000"/>
              </a:buClr>
              <a:buSzPct val="75000"/>
              <a:buFont typeface="Symbol"/>
              <a:buChar char=""/>
              <a:tabLst>
                <a:tab algn="l" pos="0"/>
              </a:tabLst>
            </a:pPr>
            <a:r>
              <a:rPr b="1" lang="fr-FR" sz="2700" spc="-1" strike="noStrike">
                <a:solidFill>
                  <a:srgbClr val="000000"/>
                </a:solidFill>
                <a:latin typeface="Lucida Sans Unicode"/>
              </a:rPr>
              <a:t>Cela signifie que d’une société à une autre, les données qui pourront être stockées ne seront pas les mêmes ! </a:t>
            </a:r>
            <a:endParaRPr b="0" lang="fr-FR" sz="2700" spc="-1" strike="noStrike">
              <a:solidFill>
                <a:srgbClr val="000000"/>
              </a:solidFill>
              <a:latin typeface="Arial"/>
            </a:endParaRPr>
          </a:p>
          <a:p>
            <a:pPr indent="0">
              <a:lnSpc>
                <a:spcPct val="100000"/>
              </a:lnSpc>
              <a:spcBef>
                <a:spcPts val="1417"/>
              </a:spcBef>
              <a:buNone/>
              <a:tabLst>
                <a:tab algn="l" pos="0"/>
              </a:tabLst>
            </a:pPr>
            <a:endParaRPr b="0" lang="fr-FR" sz="2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PlaceHolder 1"/>
          <p:cNvSpPr>
            <a:spLocks noGrp="1"/>
          </p:cNvSpPr>
          <p:nvPr>
            <p:ph type="title"/>
          </p:nvPr>
        </p:nvSpPr>
        <p:spPr>
          <a:xfrm>
            <a:off x="457200" y="183600"/>
            <a:ext cx="8226000" cy="1320840"/>
          </a:xfrm>
          <a:prstGeom prst="rect">
            <a:avLst/>
          </a:prstGeom>
          <a:noFill/>
          <a:ln w="0">
            <a:noFill/>
          </a:ln>
        </p:spPr>
        <p:txBody>
          <a:bodyPr lIns="0" rIns="0" tIns="0" bIns="0" anchor="ctr">
            <a:noAutofit/>
          </a:bodyPr>
          <a:p>
            <a:pPr indent="0" algn="ctr">
              <a:lnSpc>
                <a:spcPct val="100000"/>
              </a:lnSpc>
              <a:buNone/>
              <a:tabLst>
                <a:tab algn="l" pos="0"/>
              </a:tabLst>
            </a:pPr>
            <a:r>
              <a:rPr b="1" lang="fr-FR" sz="2800" spc="-1" strike="noStrike">
                <a:solidFill>
                  <a:srgbClr val="464646"/>
                </a:solidFill>
                <a:latin typeface="Lucida Sans Unicode"/>
              </a:rPr>
              <a:t>La proportionnalité et la pertinence des données traitées</a:t>
            </a:r>
            <a:endParaRPr b="0" lang="fr-FR" sz="2800" spc="-1" strike="noStrike">
              <a:solidFill>
                <a:srgbClr val="000000"/>
              </a:solidFill>
              <a:latin typeface="Arial"/>
            </a:endParaRPr>
          </a:p>
        </p:txBody>
      </p:sp>
      <p:sp>
        <p:nvSpPr>
          <p:cNvPr id="490" name="PlaceHolder 2"/>
          <p:cNvSpPr>
            <a:spLocks noGrp="1"/>
          </p:cNvSpPr>
          <p:nvPr>
            <p:ph/>
          </p:nvPr>
        </p:nvSpPr>
        <p:spPr>
          <a:xfrm>
            <a:off x="457200" y="1604520"/>
            <a:ext cx="8226000" cy="3974040"/>
          </a:xfrm>
          <a:prstGeom prst="rect">
            <a:avLst/>
          </a:prstGeom>
          <a:noFill/>
          <a:ln w="0">
            <a:noFill/>
          </a:ln>
        </p:spPr>
        <p:txBody>
          <a:bodyPr lIns="0" rIns="0" tIns="0" bIns="0" anchor="t">
            <a:normAutofit fontScale="36666"/>
          </a:bodyPr>
          <a:p>
            <a:pPr marL="432000" indent="-324000" algn="ctr">
              <a:lnSpc>
                <a:spcPct val="100000"/>
              </a:lnSpc>
              <a:spcBef>
                <a:spcPts val="1712"/>
              </a:spcBef>
              <a:buClr>
                <a:srgbClr val="000000"/>
              </a:buClr>
              <a:buSzPct val="45000"/>
              <a:buFont typeface="Wingdings" charset="2"/>
              <a:buChar char=""/>
            </a:pPr>
            <a:r>
              <a:rPr b="1" lang="fr-FR" sz="3200" spc="-1" strike="noStrike">
                <a:solidFill>
                  <a:srgbClr val="000000"/>
                </a:solidFill>
                <a:latin typeface="Arial"/>
              </a:rPr>
              <a:t>L’accès aux locaux et le contrôle des horaires sur le lieu de travail</a:t>
            </a:r>
            <a:endParaRPr b="0" lang="fr-FR" sz="320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L’employeur peut mettre en place des outils de contrôle individuel de l’accès pour sécuriser :</a:t>
            </a:r>
            <a:endParaRPr b="0" lang="fr-FR" sz="3870" spc="-1" strike="noStrike">
              <a:solidFill>
                <a:srgbClr val="000000"/>
              </a:solidFill>
              <a:latin typeface="Arial"/>
            </a:endParaRPr>
          </a:p>
          <a:p>
            <a:pPr lvl="2" marL="1296000" indent="-288000" algn="just">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l’entrée dans les bâtiments, </a:t>
            </a:r>
            <a:endParaRPr b="0" lang="fr-FR" sz="2900" spc="-1" strike="noStrike">
              <a:solidFill>
                <a:srgbClr val="000000"/>
              </a:solidFill>
              <a:latin typeface="Arial"/>
            </a:endParaRPr>
          </a:p>
          <a:p>
            <a:pPr lvl="2" marL="1296000" indent="-288000" algn="just">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les locaux faisant l’objet d’une restriction de circulation. Ces dispositifs peuvent concerner les employés comme les visiteurs, </a:t>
            </a:r>
            <a:endParaRPr b="0" lang="fr-FR" sz="2900" spc="-1" strike="noStrike">
              <a:solidFill>
                <a:srgbClr val="000000"/>
              </a:solidFill>
              <a:latin typeface="Arial"/>
            </a:endParaRPr>
          </a:p>
          <a:p>
            <a:pPr lvl="2" marL="1296000" indent="-288000" algn="just">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la gestion des temps.</a:t>
            </a:r>
            <a:endParaRPr b="0" lang="fr-FR" sz="290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Les limites :</a:t>
            </a:r>
            <a:endParaRPr b="0" lang="fr-FR" sz="3870" spc="-1" strike="noStrike">
              <a:solidFill>
                <a:srgbClr val="000000"/>
              </a:solidFill>
              <a:latin typeface="Arial"/>
            </a:endParaRPr>
          </a:p>
          <a:p>
            <a:pPr lvl="5" marL="2592000" indent="-216000" algn="just">
              <a:lnSpc>
                <a:spcPct val="100000"/>
              </a:lnSpc>
              <a:spcBef>
                <a:spcPts val="340"/>
              </a:spcBef>
              <a:buClr>
                <a:srgbClr val="000000"/>
              </a:buClr>
              <a:buSzPct val="45000"/>
              <a:buFont typeface="Wingdings" charset="2"/>
              <a:buChar char=""/>
            </a:pPr>
            <a:r>
              <a:rPr b="0" lang="fr-FR" sz="2420" spc="-1" strike="noStrike">
                <a:solidFill>
                  <a:srgbClr val="000000"/>
                </a:solidFill>
                <a:latin typeface="Arial"/>
              </a:rPr>
              <a:t>Le système mis en place ne doit pas servir au contrôle des déplacements à l’intérieur des locaux.</a:t>
            </a:r>
            <a:endParaRPr b="0" lang="fr-FR" sz="2420" spc="-1" strike="noStrike">
              <a:solidFill>
                <a:srgbClr val="000000"/>
              </a:solidFill>
              <a:latin typeface="Arial"/>
            </a:endParaRPr>
          </a:p>
          <a:p>
            <a:pPr lvl="5" marL="2592000" indent="-216000" algn="just">
              <a:lnSpc>
                <a:spcPct val="100000"/>
              </a:lnSpc>
              <a:spcBef>
                <a:spcPts val="340"/>
              </a:spcBef>
              <a:buClr>
                <a:srgbClr val="000000"/>
              </a:buClr>
              <a:buSzPct val="45000"/>
              <a:buFont typeface="Wingdings" charset="2"/>
              <a:buChar char=""/>
            </a:pPr>
            <a:r>
              <a:rPr b="0" lang="fr-FR" sz="2420" spc="-1" strike="noStrike">
                <a:solidFill>
                  <a:srgbClr val="000000"/>
                </a:solidFill>
                <a:latin typeface="Arial"/>
              </a:rPr>
              <a:t>Le dispositif ne doit pas entraver la liberté d’aller et venir des représentants du personnel dans l’exercice de leur mandat, ou être utilisé pour contrôler le respect de leurs heures de délégation.</a:t>
            </a:r>
            <a:endParaRPr b="0" lang="fr-FR" sz="242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Qui peut accéder aux données ?</a:t>
            </a:r>
            <a:endParaRPr b="0" lang="fr-FR" sz="3870" spc="-1" strike="noStrike">
              <a:solidFill>
                <a:srgbClr val="000000"/>
              </a:solidFill>
              <a:latin typeface="Arial"/>
            </a:endParaRPr>
          </a:p>
          <a:p>
            <a:pPr lvl="5" marL="2592000" indent="-216000" algn="just">
              <a:lnSpc>
                <a:spcPct val="100000"/>
              </a:lnSpc>
              <a:spcBef>
                <a:spcPts val="340"/>
              </a:spcBef>
              <a:buClr>
                <a:srgbClr val="000000"/>
              </a:buClr>
              <a:buSzPct val="45000"/>
              <a:buFont typeface="Wingdings" charset="2"/>
              <a:buChar char=""/>
            </a:pPr>
            <a:r>
              <a:rPr b="0" lang="fr-FR" sz="2420" spc="-1" strike="noStrike">
                <a:solidFill>
                  <a:srgbClr val="000000"/>
                </a:solidFill>
                <a:latin typeface="Arial"/>
              </a:rPr>
              <a:t>Les informations ne sont accessibles qu’aux membres habilités des services gérant le personnel, la paie, ou la sécurité.</a:t>
            </a:r>
            <a:endParaRPr b="0" lang="fr-FR" sz="2420" spc="-1" strike="noStrike">
              <a:solidFill>
                <a:srgbClr val="000000"/>
              </a:solidFill>
              <a:latin typeface="Arial"/>
            </a:endParaRPr>
          </a:p>
          <a:p>
            <a:pPr lvl="5" marL="2592000" indent="-216000" algn="just">
              <a:lnSpc>
                <a:spcPct val="100000"/>
              </a:lnSpc>
              <a:spcBef>
                <a:spcPts val="340"/>
              </a:spcBef>
              <a:buClr>
                <a:srgbClr val="000000"/>
              </a:buClr>
              <a:buSzPct val="45000"/>
              <a:buFont typeface="Wingdings" charset="2"/>
              <a:buChar char=""/>
            </a:pPr>
            <a:r>
              <a:rPr b="0" lang="fr-FR" sz="2420" spc="-1" strike="noStrike">
                <a:solidFill>
                  <a:srgbClr val="000000"/>
                </a:solidFill>
                <a:latin typeface="Arial"/>
              </a:rPr>
              <a:t>L’employeur doit prévoir des mesures pour  assurer la sécurité des informations concernant ses salariés et éviter que des personnes qui n’ont pas qualité pour y accéder puissent en prendre connaissance. Ainsi, il doit prévoir des habilitations pour les accès informatiques avec une traçabilité des actions effectuées (savoir qui se connecte à quoi, quand et pour quoi faire).</a:t>
            </a:r>
            <a:endParaRPr b="0" lang="fr-FR" sz="242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1" name="PlaceHolder 1"/>
          <p:cNvSpPr>
            <a:spLocks noGrp="1"/>
          </p:cNvSpPr>
          <p:nvPr>
            <p:ph type="title"/>
          </p:nvPr>
        </p:nvSpPr>
        <p:spPr>
          <a:xfrm>
            <a:off x="457200" y="183600"/>
            <a:ext cx="8226000" cy="1320840"/>
          </a:xfrm>
          <a:prstGeom prst="rect">
            <a:avLst/>
          </a:prstGeom>
          <a:noFill/>
          <a:ln w="0">
            <a:noFill/>
          </a:ln>
        </p:spPr>
        <p:txBody>
          <a:bodyPr lIns="0" rIns="0" tIns="0" bIns="0" anchor="ctr">
            <a:noAutofit/>
          </a:bodyPr>
          <a:p>
            <a:pPr indent="0" algn="ctr">
              <a:lnSpc>
                <a:spcPct val="100000"/>
              </a:lnSpc>
              <a:buNone/>
              <a:tabLst>
                <a:tab algn="l" pos="0"/>
              </a:tabLst>
            </a:pPr>
            <a:r>
              <a:rPr b="1" lang="fr-FR" sz="2800" spc="-1" strike="noStrike">
                <a:solidFill>
                  <a:srgbClr val="464646"/>
                </a:solidFill>
                <a:latin typeface="Lucida Sans Unicode"/>
              </a:rPr>
              <a:t>La proportionnalité et la pertinence des données traitées</a:t>
            </a:r>
            <a:endParaRPr b="0" lang="fr-FR" sz="2800" spc="-1" strike="noStrike">
              <a:solidFill>
                <a:srgbClr val="000000"/>
              </a:solidFill>
              <a:latin typeface="Arial"/>
            </a:endParaRPr>
          </a:p>
        </p:txBody>
      </p:sp>
      <p:sp>
        <p:nvSpPr>
          <p:cNvPr id="492" name="PlaceHolder 2"/>
          <p:cNvSpPr>
            <a:spLocks noGrp="1"/>
          </p:cNvSpPr>
          <p:nvPr>
            <p:ph/>
          </p:nvPr>
        </p:nvSpPr>
        <p:spPr>
          <a:xfrm>
            <a:off x="457200" y="1604520"/>
            <a:ext cx="8226000" cy="4364640"/>
          </a:xfrm>
          <a:prstGeom prst="rect">
            <a:avLst/>
          </a:prstGeom>
          <a:noFill/>
          <a:ln w="0">
            <a:noFill/>
          </a:ln>
        </p:spPr>
        <p:txBody>
          <a:bodyPr lIns="0" rIns="0" tIns="0" bIns="0" anchor="t">
            <a:normAutofit/>
          </a:bodyPr>
          <a:p>
            <a:pPr marL="432000" indent="-324000" algn="ctr">
              <a:lnSpc>
                <a:spcPct val="100000"/>
              </a:lnSpc>
              <a:spcBef>
                <a:spcPts val="479"/>
              </a:spcBef>
              <a:buClr>
                <a:srgbClr val="000000"/>
              </a:buClr>
              <a:buSzPct val="45000"/>
              <a:buFont typeface="Wingdings" charset="2"/>
              <a:buChar char=""/>
              <a:tabLst>
                <a:tab algn="l" pos="0"/>
              </a:tabLst>
            </a:pPr>
            <a:r>
              <a:rPr b="0" lang="fr-FR" sz="2400" spc="-1" strike="noStrike">
                <a:solidFill>
                  <a:srgbClr val="073e87"/>
                </a:solidFill>
                <a:latin typeface="Candara"/>
              </a:rPr>
              <a:t>L’employeur peut-il collecter et stocker des données concernant les salariés relatives à :</a:t>
            </a:r>
            <a:endParaRPr b="0" lang="fr-FR" sz="2400" spc="-1" strike="noStrike">
              <a:solidFill>
                <a:srgbClr val="000000"/>
              </a:solidFill>
              <a:latin typeface="Arial"/>
            </a:endParaRPr>
          </a:p>
          <a:p>
            <a:pPr marL="432000" indent="-324000" algn="just">
              <a:lnSpc>
                <a:spcPct val="100000"/>
              </a:lnSpc>
              <a:spcBef>
                <a:spcPts val="479"/>
              </a:spcBef>
              <a:buClr>
                <a:srgbClr val="000000"/>
              </a:buClr>
              <a:buSzPct val="45000"/>
              <a:buFont typeface="Wingdings" charset="2"/>
              <a:buChar char=""/>
              <a:tabLst>
                <a:tab algn="l" pos="0"/>
              </a:tabLst>
            </a:pPr>
            <a:r>
              <a:rPr b="0" lang="fr-FR" sz="2400" spc="-1" strike="noStrike">
                <a:solidFill>
                  <a:srgbClr val="073e87"/>
                </a:solidFill>
                <a:latin typeface="Candara"/>
              </a:rPr>
              <a:t>leurs parents et leur fratrie ?</a:t>
            </a:r>
            <a:endParaRPr b="0" lang="fr-FR" sz="2400" spc="-1" strike="noStrike">
              <a:solidFill>
                <a:srgbClr val="000000"/>
              </a:solidFill>
              <a:latin typeface="Arial"/>
            </a:endParaRPr>
          </a:p>
          <a:p>
            <a:pPr marL="432000" indent="-324000" algn="just">
              <a:lnSpc>
                <a:spcPct val="100000"/>
              </a:lnSpc>
              <a:spcBef>
                <a:spcPts val="479"/>
              </a:spcBef>
              <a:buClr>
                <a:srgbClr val="000000"/>
              </a:buClr>
              <a:buSzPct val="45000"/>
              <a:buFont typeface="Wingdings" charset="2"/>
              <a:buChar char=""/>
              <a:tabLst>
                <a:tab algn="l" pos="0"/>
              </a:tabLst>
            </a:pPr>
            <a:r>
              <a:rPr b="0" lang="fr-FR" sz="2400" spc="-1" strike="noStrike">
                <a:solidFill>
                  <a:srgbClr val="073e87"/>
                </a:solidFill>
                <a:latin typeface="Candara"/>
              </a:rPr>
              <a:t>Leurs opinions politiques ou leur appartenance syndicale ?</a:t>
            </a:r>
            <a:endParaRPr b="0" lang="fr-FR" sz="2400" spc="-1" strike="noStrike">
              <a:solidFill>
                <a:srgbClr val="000000"/>
              </a:solidFill>
              <a:latin typeface="Arial"/>
            </a:endParaRPr>
          </a:p>
          <a:p>
            <a:pPr marL="432000" indent="-324000" algn="just">
              <a:lnSpc>
                <a:spcPct val="100000"/>
              </a:lnSpc>
              <a:spcBef>
                <a:spcPts val="479"/>
              </a:spcBef>
              <a:buClr>
                <a:srgbClr val="000000"/>
              </a:buClr>
              <a:buSzPct val="45000"/>
              <a:buFont typeface="Wingdings" charset="2"/>
              <a:buChar char=""/>
              <a:tabLst>
                <a:tab algn="l" pos="0"/>
              </a:tabLst>
            </a:pPr>
            <a:r>
              <a:rPr b="0" lang="fr-FR" sz="2400" spc="-1" strike="noStrike">
                <a:solidFill>
                  <a:srgbClr val="073e87"/>
                </a:solidFill>
                <a:latin typeface="Candara"/>
              </a:rPr>
              <a:t>Le type de permis de conduire détenu ?</a:t>
            </a:r>
            <a:endParaRPr b="0" lang="fr-FR" sz="2400" spc="-1" strike="noStrike">
              <a:solidFill>
                <a:srgbClr val="000000"/>
              </a:solidFill>
              <a:latin typeface="Arial"/>
            </a:endParaRPr>
          </a:p>
          <a:p>
            <a:pPr marL="432000" indent="-324000" algn="just">
              <a:lnSpc>
                <a:spcPct val="100000"/>
              </a:lnSpc>
              <a:spcBef>
                <a:spcPts val="479"/>
              </a:spcBef>
              <a:buClr>
                <a:srgbClr val="000000"/>
              </a:buClr>
              <a:buSzPct val="45000"/>
              <a:buFont typeface="Wingdings" charset="2"/>
              <a:buChar char=""/>
              <a:tabLst>
                <a:tab algn="l" pos="0"/>
              </a:tabLst>
            </a:pPr>
            <a:r>
              <a:rPr b="0" lang="fr-FR" sz="2400" spc="-1" strike="noStrike">
                <a:solidFill>
                  <a:srgbClr val="073e87"/>
                </a:solidFill>
                <a:latin typeface="Candara"/>
              </a:rPr>
              <a:t>Les coordonnées de personnes à prévenir en cas d’urgence ?</a:t>
            </a:r>
            <a:endParaRPr b="0" lang="fr-FR" sz="2400" spc="-1" strike="noStrike">
              <a:solidFill>
                <a:srgbClr val="000000"/>
              </a:solidFill>
              <a:latin typeface="Arial"/>
            </a:endParaRPr>
          </a:p>
          <a:p>
            <a:pPr marL="432000" indent="-324000" algn="just">
              <a:lnSpc>
                <a:spcPct val="100000"/>
              </a:lnSpc>
              <a:spcBef>
                <a:spcPts val="479"/>
              </a:spcBef>
              <a:buClr>
                <a:srgbClr val="000000"/>
              </a:buClr>
              <a:buSzPct val="45000"/>
              <a:buFont typeface="Wingdings" charset="2"/>
              <a:buChar char=""/>
              <a:tabLst>
                <a:tab algn="l" pos="0"/>
              </a:tabLst>
            </a:pPr>
            <a:r>
              <a:rPr b="0" lang="fr-FR" sz="2400" spc="-1" strike="noStrike">
                <a:solidFill>
                  <a:srgbClr val="073e87"/>
                </a:solidFill>
                <a:latin typeface="Candara"/>
              </a:rPr>
              <a:t>Des informations concernant les ayants droit de l’employé (conjoints et enfants) ?</a:t>
            </a:r>
            <a:endParaRPr b="0" lang="fr-FR" sz="240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tabLst>
                <a:tab algn="l" pos="0"/>
              </a:tabLst>
            </a:pPr>
            <a:r>
              <a:rPr b="0" lang="fr-FR" sz="2400" spc="-1" strike="noStrike">
                <a:solidFill>
                  <a:srgbClr val="073e87"/>
                </a:solidFill>
                <a:latin typeface="Candara"/>
              </a:rPr>
              <a:t>Aux opérations médicales qu’a subies le salarié ? </a:t>
            </a:r>
            <a:endParaRPr b="0" lang="fr-F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3" name="PlaceHolder 1"/>
          <p:cNvSpPr>
            <a:spLocks noGrp="1"/>
          </p:cNvSpPr>
          <p:nvPr>
            <p:ph type="title"/>
          </p:nvPr>
        </p:nvSpPr>
        <p:spPr>
          <a:xfrm>
            <a:off x="457200" y="183600"/>
            <a:ext cx="8226000" cy="1320840"/>
          </a:xfrm>
          <a:prstGeom prst="rect">
            <a:avLst/>
          </a:prstGeom>
          <a:noFill/>
          <a:ln w="0">
            <a:noFill/>
          </a:ln>
        </p:spPr>
        <p:txBody>
          <a:bodyPr lIns="0" rIns="0" tIns="0" bIns="0" anchor="ctr">
            <a:noAutofit/>
          </a:bodyPr>
          <a:p>
            <a:pPr indent="0" algn="ctr">
              <a:lnSpc>
                <a:spcPct val="100000"/>
              </a:lnSpc>
              <a:buNone/>
              <a:tabLst>
                <a:tab algn="l" pos="0"/>
              </a:tabLst>
            </a:pPr>
            <a:r>
              <a:rPr b="1" lang="fr-FR" sz="2800" spc="-1" strike="noStrike">
                <a:solidFill>
                  <a:srgbClr val="464646"/>
                </a:solidFill>
                <a:latin typeface="Lucida Sans Unicode"/>
              </a:rPr>
              <a:t>La proportionnalité et la pertinence des données traitées</a:t>
            </a:r>
            <a:endParaRPr b="0" lang="fr-FR" sz="2800" spc="-1" strike="noStrike">
              <a:solidFill>
                <a:srgbClr val="000000"/>
              </a:solidFill>
              <a:latin typeface="Arial"/>
            </a:endParaRPr>
          </a:p>
        </p:txBody>
      </p:sp>
      <p:sp>
        <p:nvSpPr>
          <p:cNvPr id="494" name="PlaceHolder 2"/>
          <p:cNvSpPr>
            <a:spLocks noGrp="1"/>
          </p:cNvSpPr>
          <p:nvPr>
            <p:ph/>
          </p:nvPr>
        </p:nvSpPr>
        <p:spPr>
          <a:xfrm>
            <a:off x="457200" y="1604520"/>
            <a:ext cx="8226000" cy="3974040"/>
          </a:xfrm>
          <a:prstGeom prst="rect">
            <a:avLst/>
          </a:prstGeom>
          <a:noFill/>
          <a:ln w="0">
            <a:noFill/>
          </a:ln>
        </p:spPr>
        <p:txBody>
          <a:bodyPr lIns="0" rIns="0" tIns="0" bIns="0" anchor="t">
            <a:normAutofit fontScale="50000" lnSpcReduction="10000"/>
          </a:bodyPr>
          <a:p>
            <a:pPr marL="432000" indent="-324000" algn="ctr">
              <a:lnSpc>
                <a:spcPct val="100000"/>
              </a:lnSpc>
              <a:spcBef>
                <a:spcPts val="1712"/>
              </a:spcBef>
              <a:buClr>
                <a:srgbClr val="000000"/>
              </a:buClr>
              <a:buSzPct val="45000"/>
              <a:buFont typeface="Wingdings" charset="2"/>
              <a:buChar char=""/>
            </a:pPr>
            <a:r>
              <a:rPr b="1" lang="fr-FR" sz="2800" spc="-1" strike="noStrike">
                <a:solidFill>
                  <a:srgbClr val="464646"/>
                </a:solidFill>
                <a:latin typeface="Lucida Sans Unicode"/>
              </a:rPr>
              <a:t>Le recrutement et la gestion du personnel</a:t>
            </a:r>
            <a:endParaRPr b="0" lang="fr-FR" sz="280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2800" spc="-1" strike="noStrike">
                <a:solidFill>
                  <a:srgbClr val="464646"/>
                </a:solidFill>
                <a:latin typeface="Lucida Sans Unicode"/>
              </a:rPr>
              <a:t>Dans le cadre d’un </a:t>
            </a:r>
            <a:r>
              <a:rPr b="1" lang="fr-FR" sz="2800" spc="-1" strike="noStrike">
                <a:solidFill>
                  <a:srgbClr val="464646"/>
                </a:solidFill>
                <a:latin typeface="Lucida Sans Unicode"/>
              </a:rPr>
              <a:t>recrutement</a:t>
            </a:r>
            <a:r>
              <a:rPr b="0" lang="fr-FR" sz="2800" spc="-1" strike="noStrike">
                <a:solidFill>
                  <a:srgbClr val="464646"/>
                </a:solidFill>
                <a:latin typeface="Lucida Sans Unicode"/>
              </a:rPr>
              <a:t>, les données collectées ne doivent servir qu’à évaluer la capacité du candidat à occuper l’emploi proposé (qualification, expérience, etc.). Il est interdit de demander à un candidat à un emploi son numéro de sécurité sociale. Il est également interdit de collecter des informations sur ses parents, sa fratrie, ses opinions politiques ou son appartenance syndicale.</a:t>
            </a:r>
            <a:endParaRPr b="0" lang="fr-FR" sz="280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2800" spc="-1" strike="noStrike">
                <a:solidFill>
                  <a:srgbClr val="464646"/>
                </a:solidFill>
                <a:latin typeface="Lucida Sans Unicode"/>
              </a:rPr>
              <a:t>À </a:t>
            </a:r>
            <a:r>
              <a:rPr b="1" lang="fr-FR" sz="2800" spc="-1" strike="noStrike">
                <a:solidFill>
                  <a:srgbClr val="464646"/>
                </a:solidFill>
                <a:latin typeface="Lucida Sans Unicode"/>
              </a:rPr>
              <a:t>l’embauche</a:t>
            </a:r>
            <a:r>
              <a:rPr b="0" lang="fr-FR" sz="2800" spc="-1" strike="noStrike">
                <a:solidFill>
                  <a:srgbClr val="464646"/>
                </a:solidFill>
                <a:latin typeface="Lucida Sans Unicode"/>
              </a:rPr>
              <a:t> du candidat, l’employeur pourra collecter des informations complémentaires. Outre celles nécessaires au respect d’une obligation légale (exemple : déclarations sociales obligatoires),  l’employeur peut collecter des informations utiles :</a:t>
            </a:r>
            <a:endParaRPr b="0" lang="fr-FR" sz="2800" spc="-1" strike="noStrike">
              <a:solidFill>
                <a:srgbClr val="000000"/>
              </a:solidFill>
              <a:latin typeface="Arial"/>
            </a:endParaRPr>
          </a:p>
          <a:p>
            <a:pPr lvl="3" marL="1728000" indent="-216000" algn="just">
              <a:lnSpc>
                <a:spcPct val="100000"/>
              </a:lnSpc>
              <a:spcBef>
                <a:spcPts val="683"/>
              </a:spcBef>
              <a:buClr>
                <a:srgbClr val="000000"/>
              </a:buClr>
              <a:buSzPct val="75000"/>
              <a:buFont typeface="Symbol"/>
              <a:buChar char=""/>
            </a:pPr>
            <a:r>
              <a:rPr b="0" lang="fr-FR" sz="2800" spc="-1" strike="noStrike">
                <a:solidFill>
                  <a:srgbClr val="464646"/>
                </a:solidFill>
                <a:latin typeface="Lucida Sans Unicode"/>
              </a:rPr>
              <a:t>- à la gestion administrative du personnel (par exemple, type de permis de conduire détenu ou coordonnées de personnes à prévenir en cas d’urgence), </a:t>
            </a:r>
            <a:endParaRPr b="0" lang="fr-FR" sz="2800" spc="-1" strike="noStrike">
              <a:solidFill>
                <a:srgbClr val="000000"/>
              </a:solidFill>
              <a:latin typeface="Arial"/>
            </a:endParaRPr>
          </a:p>
          <a:p>
            <a:pPr lvl="3" marL="1728000" indent="-216000" algn="just">
              <a:lnSpc>
                <a:spcPct val="100000"/>
              </a:lnSpc>
              <a:spcBef>
                <a:spcPts val="683"/>
              </a:spcBef>
              <a:buClr>
                <a:srgbClr val="000000"/>
              </a:buClr>
              <a:buSzPct val="75000"/>
              <a:buFont typeface="Symbol"/>
              <a:buChar char=""/>
            </a:pPr>
            <a:r>
              <a:rPr b="0" lang="fr-FR" sz="2800" spc="-1" strike="noStrike">
                <a:solidFill>
                  <a:srgbClr val="464646"/>
                </a:solidFill>
                <a:latin typeface="Lucida Sans Unicode"/>
              </a:rPr>
              <a:t>à l’organisation du travail (par exemple, photographie facultative de l’employé pour les annuaires internes et organigrammes), </a:t>
            </a:r>
            <a:endParaRPr b="0" lang="fr-FR" sz="2800" spc="-1" strike="noStrike">
              <a:solidFill>
                <a:srgbClr val="000000"/>
              </a:solidFill>
              <a:latin typeface="Arial"/>
            </a:endParaRPr>
          </a:p>
          <a:p>
            <a:pPr lvl="3" marL="1728000" indent="-216000" algn="just">
              <a:lnSpc>
                <a:spcPct val="100000"/>
              </a:lnSpc>
              <a:spcBef>
                <a:spcPts val="683"/>
              </a:spcBef>
              <a:buClr>
                <a:srgbClr val="000000"/>
              </a:buClr>
              <a:buSzPct val="75000"/>
              <a:buFont typeface="Symbol"/>
              <a:buChar char=""/>
            </a:pPr>
            <a:r>
              <a:rPr b="0" lang="fr-FR" sz="2800" spc="-1" strike="noStrike">
                <a:solidFill>
                  <a:srgbClr val="464646"/>
                </a:solidFill>
                <a:latin typeface="Lucida Sans Unicode"/>
              </a:rPr>
              <a:t>à l’action sociale prise en charge par l’employeur (par exemple, les informations concernant les ayants- droit de l’employé).</a:t>
            </a:r>
            <a:endParaRPr b="0" lang="fr-F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PlaceHolder 1"/>
          <p:cNvSpPr>
            <a:spLocks noGrp="1"/>
          </p:cNvSpPr>
          <p:nvPr>
            <p:ph type="title"/>
          </p:nvPr>
        </p:nvSpPr>
        <p:spPr>
          <a:xfrm>
            <a:off x="457200" y="183600"/>
            <a:ext cx="8226000" cy="1320840"/>
          </a:xfrm>
          <a:prstGeom prst="rect">
            <a:avLst/>
          </a:prstGeom>
          <a:noFill/>
          <a:ln w="0">
            <a:noFill/>
          </a:ln>
        </p:spPr>
        <p:txBody>
          <a:bodyPr lIns="0" rIns="0" tIns="0" bIns="0" anchor="ctr">
            <a:noAutofit/>
          </a:bodyPr>
          <a:p>
            <a:pPr indent="0" algn="ctr">
              <a:lnSpc>
                <a:spcPct val="100000"/>
              </a:lnSpc>
              <a:buNone/>
              <a:tabLst>
                <a:tab algn="l" pos="0"/>
              </a:tabLst>
            </a:pPr>
            <a:r>
              <a:rPr b="1" lang="fr-FR" sz="2800" spc="-1" strike="noStrike">
                <a:solidFill>
                  <a:srgbClr val="464646"/>
                </a:solidFill>
                <a:latin typeface="Lucida Sans Unicode"/>
              </a:rPr>
              <a:t>La proportionnalité et la pertinence des données traitées</a:t>
            </a:r>
            <a:endParaRPr b="0" lang="fr-FR" sz="2800" spc="-1" strike="noStrike">
              <a:solidFill>
                <a:srgbClr val="000000"/>
              </a:solidFill>
              <a:latin typeface="Arial"/>
            </a:endParaRPr>
          </a:p>
        </p:txBody>
      </p:sp>
      <p:sp>
        <p:nvSpPr>
          <p:cNvPr id="496" name="PlaceHolder 2"/>
          <p:cNvSpPr>
            <a:spLocks noGrp="1"/>
          </p:cNvSpPr>
          <p:nvPr>
            <p:ph/>
          </p:nvPr>
        </p:nvSpPr>
        <p:spPr>
          <a:xfrm>
            <a:off x="457200" y="1604520"/>
            <a:ext cx="8226000" cy="3974040"/>
          </a:xfrm>
          <a:prstGeom prst="rect">
            <a:avLst/>
          </a:prstGeom>
          <a:noFill/>
          <a:ln w="0">
            <a:noFill/>
          </a:ln>
        </p:spPr>
        <p:txBody>
          <a:bodyPr lIns="0" rIns="0" tIns="0" bIns="0" anchor="t">
            <a:normAutofit fontScale="50000" lnSpcReduction="20000"/>
          </a:bodyPr>
          <a:p>
            <a:pPr marL="432000" indent="-324000" algn="ctr">
              <a:lnSpc>
                <a:spcPct val="100000"/>
              </a:lnSpc>
              <a:spcBef>
                <a:spcPts val="1712"/>
              </a:spcBef>
              <a:buClr>
                <a:srgbClr val="000000"/>
              </a:buClr>
              <a:buSzPct val="45000"/>
              <a:buFont typeface="Wingdings" charset="2"/>
              <a:buChar char=""/>
            </a:pPr>
            <a:r>
              <a:rPr b="1" lang="fr-FR" sz="2800" spc="-1" strike="noStrike">
                <a:solidFill>
                  <a:srgbClr val="464646"/>
                </a:solidFill>
                <a:latin typeface="Lucida Sans Unicode"/>
              </a:rPr>
              <a:t>Le recrutement et la gestion du personnel : qui peut avoir accès aux données ?</a:t>
            </a:r>
            <a:endParaRPr b="0" lang="fr-FR" sz="280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1" lang="fr-FR" sz="2800" spc="-1" strike="noStrike">
                <a:solidFill>
                  <a:srgbClr val="464646"/>
                </a:solidFill>
                <a:latin typeface="Lucida Sans Unicode"/>
              </a:rPr>
              <a:t>Seules les personnes intervenant dans le processus de recrutement peuvent accéder aux informations d’un candidat. Outre les administrations informées de l’embauche (exemple :  assurance  chômage,  maladie,  retraite,  mutuelle…), seules les personnes  chargées  de la gestion  du personnel peuvent consulter les informations des employés. Les supérieurs hiérarchiques peuvent accéder aux informations nécessaires à l’exercice de leurs fonctions (exemple : données d’évaluations, rémunération…).</a:t>
            </a:r>
            <a:endParaRPr b="0" lang="fr-FR" sz="280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1" lang="fr-FR" sz="2800" spc="-1" strike="noStrike">
                <a:solidFill>
                  <a:srgbClr val="464646"/>
                </a:solidFill>
                <a:latin typeface="Lucida Sans Unicode"/>
              </a:rPr>
              <a:t>Les membre du CSE ont accès aux données figurant dans le registre unique du personnel (nom, nationalité, fonction occupée, date d’entrée dans l’organisme, etc.). L’employeur peut également transmettre au CSE, après information des employés, des données sur ceux qui ne s’y sont pas opposés. Ces informations permettront au CSE de proposer  des activités et des prestations adaptées.</a:t>
            </a:r>
            <a:endParaRPr b="0" lang="fr-FR" sz="280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1" lang="fr-FR" sz="2800" spc="-1" strike="noStrike">
                <a:solidFill>
                  <a:srgbClr val="464646"/>
                </a:solidFill>
                <a:latin typeface="Lucida Sans Unicode"/>
              </a:rPr>
              <a:t>Les organisations syndicales peuvent, après accord avec l’employeur, adresser aux employés des messages d’information syndicale par courrier électronique. Les employés peuvent s’y opposer à tout moment.</a:t>
            </a:r>
            <a:endParaRPr b="0" lang="fr-FR" sz="280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1" lang="fr-FR" sz="2800" spc="-1" strike="noStrike">
                <a:solidFill>
                  <a:srgbClr val="464646"/>
                </a:solidFill>
                <a:latin typeface="Lucida Sans Unicode"/>
              </a:rPr>
              <a:t>Un accès contrôlé : l’employeur doit assurer la sécurité des informations et garantir que seules les personnes habilitées en prennent connaissance. Les actions sur les données effectuées par les personnes habilitées doivent  être enregistrées (savoir qui se connecte à quoi, quand et pour faire quoi).</a:t>
            </a:r>
            <a:endParaRPr b="0" lang="fr-F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PlaceHolder 1"/>
          <p:cNvSpPr>
            <a:spLocks noGrp="1"/>
          </p:cNvSpPr>
          <p:nvPr>
            <p:ph type="title"/>
          </p:nvPr>
        </p:nvSpPr>
        <p:spPr>
          <a:xfrm>
            <a:off x="457200" y="183600"/>
            <a:ext cx="8226000" cy="1320840"/>
          </a:xfrm>
          <a:prstGeom prst="rect">
            <a:avLst/>
          </a:prstGeom>
          <a:noFill/>
          <a:ln w="0">
            <a:noFill/>
          </a:ln>
        </p:spPr>
        <p:txBody>
          <a:bodyPr lIns="0" rIns="0" tIns="0" bIns="0" anchor="ctr">
            <a:noAutofit/>
          </a:bodyPr>
          <a:p>
            <a:pPr indent="0" algn="ctr">
              <a:lnSpc>
                <a:spcPct val="100000"/>
              </a:lnSpc>
              <a:buNone/>
              <a:tabLst>
                <a:tab algn="l" pos="0"/>
              </a:tabLst>
            </a:pPr>
            <a:r>
              <a:rPr b="1" lang="fr-FR" sz="2800" spc="-1" strike="noStrike">
                <a:solidFill>
                  <a:srgbClr val="464646"/>
                </a:solidFill>
                <a:latin typeface="Lucida Sans Unicode"/>
              </a:rPr>
              <a:t>La proportionnalité et la pertinence des données traitées</a:t>
            </a:r>
            <a:endParaRPr b="0" lang="fr-FR" sz="2800" spc="-1" strike="noStrike">
              <a:solidFill>
                <a:srgbClr val="000000"/>
              </a:solidFill>
              <a:latin typeface="Arial"/>
            </a:endParaRPr>
          </a:p>
        </p:txBody>
      </p:sp>
      <p:sp>
        <p:nvSpPr>
          <p:cNvPr id="498" name="PlaceHolder 2"/>
          <p:cNvSpPr>
            <a:spLocks noGrp="1"/>
          </p:cNvSpPr>
          <p:nvPr>
            <p:ph/>
          </p:nvPr>
        </p:nvSpPr>
        <p:spPr>
          <a:xfrm>
            <a:off x="457200" y="1604520"/>
            <a:ext cx="8226000" cy="3974040"/>
          </a:xfrm>
          <a:prstGeom prst="rect">
            <a:avLst/>
          </a:prstGeom>
          <a:noFill/>
          <a:ln w="0">
            <a:noFill/>
          </a:ln>
        </p:spPr>
        <p:txBody>
          <a:bodyPr lIns="0" rIns="0" tIns="0" bIns="0" anchor="t">
            <a:normAutofit fontScale="98333" lnSpcReduction="10000"/>
          </a:bodyPr>
          <a:p>
            <a:pPr marL="432000" indent="-324000" algn="ctr">
              <a:lnSpc>
                <a:spcPct val="100000"/>
              </a:lnSpc>
              <a:spcBef>
                <a:spcPts val="479"/>
              </a:spcBef>
              <a:buClr>
                <a:srgbClr val="000000"/>
              </a:buClr>
              <a:buSzPct val="45000"/>
              <a:buFont typeface="Wingdings" charset="2"/>
              <a:buChar char=""/>
              <a:tabLst>
                <a:tab algn="l" pos="0"/>
              </a:tabLst>
            </a:pPr>
            <a:r>
              <a:rPr b="0" lang="fr-FR" sz="2400" spc="-1" strike="noStrike">
                <a:solidFill>
                  <a:srgbClr val="073e87"/>
                </a:solidFill>
                <a:latin typeface="Candara"/>
              </a:rPr>
              <a:t>Le médecin peut-il inscrire des informations concernant le patient, comme par exemple :</a:t>
            </a:r>
            <a:endParaRPr b="0" lang="fr-FR" sz="2400" spc="-1" strike="noStrike">
              <a:solidFill>
                <a:srgbClr val="000000"/>
              </a:solidFill>
              <a:latin typeface="Arial"/>
            </a:endParaRPr>
          </a:p>
          <a:p>
            <a:pPr marL="432000" indent="-324000" algn="just">
              <a:lnSpc>
                <a:spcPct val="100000"/>
              </a:lnSpc>
              <a:spcBef>
                <a:spcPts val="479"/>
              </a:spcBef>
              <a:buClr>
                <a:srgbClr val="000000"/>
              </a:buClr>
              <a:buSzPct val="45000"/>
              <a:buFont typeface="Wingdings" charset="2"/>
              <a:buChar char=""/>
              <a:tabLst>
                <a:tab algn="l" pos="0"/>
              </a:tabLst>
            </a:pPr>
            <a:r>
              <a:rPr b="0" lang="fr-FR" sz="2400" spc="-1" strike="noStrike">
                <a:solidFill>
                  <a:srgbClr val="073e87"/>
                </a:solidFill>
                <a:latin typeface="Candara"/>
              </a:rPr>
              <a:t>La religion du patient ?</a:t>
            </a:r>
            <a:endParaRPr b="0" lang="fr-FR" sz="2400" spc="-1" strike="noStrike">
              <a:solidFill>
                <a:srgbClr val="000000"/>
              </a:solidFill>
              <a:latin typeface="Arial"/>
            </a:endParaRPr>
          </a:p>
          <a:p>
            <a:pPr marL="432000" indent="-324000" algn="just">
              <a:lnSpc>
                <a:spcPct val="100000"/>
              </a:lnSpc>
              <a:spcBef>
                <a:spcPts val="479"/>
              </a:spcBef>
              <a:buClr>
                <a:srgbClr val="000000"/>
              </a:buClr>
              <a:buSzPct val="45000"/>
              <a:buFont typeface="Wingdings" charset="2"/>
              <a:buChar char=""/>
              <a:tabLst>
                <a:tab algn="l" pos="0"/>
              </a:tabLst>
            </a:pPr>
            <a:r>
              <a:rPr b="0" lang="fr-FR" sz="2400" spc="-1" strike="noStrike">
                <a:solidFill>
                  <a:srgbClr val="073e87"/>
                </a:solidFill>
                <a:latin typeface="Candara"/>
              </a:rPr>
              <a:t>les données d’identification : nom, prénom, date de naissance, adresse, numéro de téléphone ?</a:t>
            </a:r>
            <a:endParaRPr b="0" lang="fr-FR" sz="2400" spc="-1" strike="noStrike">
              <a:solidFill>
                <a:srgbClr val="000000"/>
              </a:solidFill>
              <a:latin typeface="Arial"/>
            </a:endParaRPr>
          </a:p>
          <a:p>
            <a:pPr marL="432000" indent="-324000" algn="just">
              <a:lnSpc>
                <a:spcPct val="100000"/>
              </a:lnSpc>
              <a:spcBef>
                <a:spcPts val="479"/>
              </a:spcBef>
              <a:buClr>
                <a:srgbClr val="000000"/>
              </a:buClr>
              <a:buSzPct val="45000"/>
              <a:buFont typeface="Wingdings" charset="2"/>
              <a:buChar char=""/>
              <a:tabLst>
                <a:tab algn="l" pos="0"/>
              </a:tabLst>
            </a:pPr>
            <a:r>
              <a:rPr b="0" lang="fr-FR" sz="2400" spc="-1" strike="noStrike">
                <a:solidFill>
                  <a:srgbClr val="073e87"/>
                </a:solidFill>
                <a:latin typeface="Candara"/>
              </a:rPr>
              <a:t>Son orientation sexuelle ?</a:t>
            </a:r>
            <a:endParaRPr b="0" lang="fr-FR" sz="2400" spc="-1" strike="noStrike">
              <a:solidFill>
                <a:srgbClr val="000000"/>
              </a:solidFill>
              <a:latin typeface="Arial"/>
            </a:endParaRPr>
          </a:p>
          <a:p>
            <a:pPr marL="432000" indent="-324000" algn="just">
              <a:lnSpc>
                <a:spcPct val="100000"/>
              </a:lnSpc>
              <a:spcBef>
                <a:spcPts val="479"/>
              </a:spcBef>
              <a:buClr>
                <a:srgbClr val="000000"/>
              </a:buClr>
              <a:buSzPct val="45000"/>
              <a:buFont typeface="Wingdings" charset="2"/>
              <a:buChar char=""/>
              <a:tabLst>
                <a:tab algn="l" pos="0"/>
              </a:tabLst>
            </a:pPr>
            <a:r>
              <a:rPr b="0" lang="fr-FR" sz="2400" spc="-1" strike="noStrike">
                <a:solidFill>
                  <a:srgbClr val="073e87"/>
                </a:solidFill>
                <a:latin typeface="Candara"/>
              </a:rPr>
              <a:t>sa vie professionnelle : profession et ses conditions de travail ?</a:t>
            </a:r>
            <a:endParaRPr b="0" lang="fr-FR" sz="2400" spc="-1" strike="noStrike">
              <a:solidFill>
                <a:srgbClr val="000000"/>
              </a:solidFill>
              <a:latin typeface="Arial"/>
            </a:endParaRPr>
          </a:p>
          <a:p>
            <a:pPr marL="432000" indent="-324000" algn="just">
              <a:lnSpc>
                <a:spcPct val="100000"/>
              </a:lnSpc>
              <a:spcBef>
                <a:spcPts val="479"/>
              </a:spcBef>
              <a:buClr>
                <a:srgbClr val="000000"/>
              </a:buClr>
              <a:buSzPct val="45000"/>
              <a:buFont typeface="Wingdings" charset="2"/>
              <a:buChar char=""/>
              <a:tabLst>
                <a:tab algn="l" pos="0"/>
              </a:tabLst>
            </a:pPr>
            <a:r>
              <a:rPr b="0" lang="fr-FR" sz="2400" spc="-1" strike="noStrike">
                <a:solidFill>
                  <a:srgbClr val="073e87"/>
                </a:solidFill>
                <a:latin typeface="Candara"/>
              </a:rPr>
              <a:t>Son historique médical ?</a:t>
            </a:r>
            <a:endParaRPr b="0" lang="fr-FR" sz="240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tabLst>
                <a:tab algn="l" pos="0"/>
              </a:tabLst>
            </a:pPr>
            <a:r>
              <a:rPr b="0" lang="fr-FR" sz="2400" spc="-1" strike="noStrike">
                <a:solidFill>
                  <a:srgbClr val="073e87"/>
                </a:solidFill>
                <a:latin typeface="Candara"/>
              </a:rPr>
              <a:t>Sa couleur de peau ?</a:t>
            </a:r>
            <a:endParaRPr b="0" lang="fr-F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9" name="PlaceHolder 1"/>
          <p:cNvSpPr>
            <a:spLocks noGrp="1"/>
          </p:cNvSpPr>
          <p:nvPr>
            <p:ph type="title"/>
          </p:nvPr>
        </p:nvSpPr>
        <p:spPr>
          <a:xfrm>
            <a:off x="457200" y="183600"/>
            <a:ext cx="8226000" cy="1320840"/>
          </a:xfrm>
          <a:prstGeom prst="rect">
            <a:avLst/>
          </a:prstGeom>
          <a:noFill/>
          <a:ln w="0">
            <a:noFill/>
          </a:ln>
        </p:spPr>
        <p:txBody>
          <a:bodyPr lIns="0" rIns="0" tIns="0" bIns="0" anchor="ctr">
            <a:noAutofit/>
          </a:bodyPr>
          <a:p>
            <a:pPr indent="0" algn="ctr">
              <a:lnSpc>
                <a:spcPct val="100000"/>
              </a:lnSpc>
              <a:buNone/>
              <a:tabLst>
                <a:tab algn="l" pos="0"/>
              </a:tabLst>
            </a:pPr>
            <a:r>
              <a:rPr b="1" lang="fr-FR" sz="2800" spc="-1" strike="noStrike">
                <a:solidFill>
                  <a:srgbClr val="464646"/>
                </a:solidFill>
                <a:latin typeface="Lucida Sans Unicode"/>
              </a:rPr>
              <a:t>La proportionnalité et la pertinence des données traitées</a:t>
            </a:r>
            <a:endParaRPr b="0" lang="fr-FR" sz="2800" spc="-1" strike="noStrike">
              <a:solidFill>
                <a:srgbClr val="000000"/>
              </a:solidFill>
              <a:latin typeface="Arial"/>
            </a:endParaRPr>
          </a:p>
        </p:txBody>
      </p:sp>
      <p:sp>
        <p:nvSpPr>
          <p:cNvPr id="500" name="PlaceHolder 2"/>
          <p:cNvSpPr>
            <a:spLocks noGrp="1"/>
          </p:cNvSpPr>
          <p:nvPr>
            <p:ph/>
          </p:nvPr>
        </p:nvSpPr>
        <p:spPr>
          <a:xfrm>
            <a:off x="457200" y="1604520"/>
            <a:ext cx="8226000" cy="3974040"/>
          </a:xfrm>
          <a:prstGeom prst="rect">
            <a:avLst/>
          </a:prstGeom>
          <a:noFill/>
          <a:ln w="0">
            <a:noFill/>
          </a:ln>
        </p:spPr>
        <p:txBody>
          <a:bodyPr lIns="0" rIns="0" tIns="0" bIns="0" anchor="t">
            <a:normAutofit fontScale="75000"/>
          </a:bodyPr>
          <a:p>
            <a:pPr marL="432000" indent="-324000" algn="ctr">
              <a:lnSpc>
                <a:spcPct val="100000"/>
              </a:lnSpc>
              <a:spcBef>
                <a:spcPts val="479"/>
              </a:spcBef>
              <a:buClr>
                <a:srgbClr val="000000"/>
              </a:buClr>
              <a:buSzPct val="45000"/>
              <a:buFont typeface="Wingdings" charset="2"/>
              <a:buChar char=""/>
              <a:tabLst>
                <a:tab algn="l" pos="0"/>
              </a:tabLst>
            </a:pPr>
            <a:r>
              <a:rPr b="0" lang="fr-FR" sz="2400" spc="-1" strike="noStrike">
                <a:solidFill>
                  <a:srgbClr val="073e87"/>
                </a:solidFill>
                <a:latin typeface="Candara"/>
              </a:rPr>
              <a:t>La CNIL estime légitime de collecter certaines catégories de données personnelles, notamment :</a:t>
            </a:r>
            <a:endParaRPr b="0" lang="fr-FR" sz="2400" spc="-1" strike="noStrike">
              <a:solidFill>
                <a:srgbClr val="000000"/>
              </a:solidFill>
              <a:latin typeface="Arial"/>
            </a:endParaRPr>
          </a:p>
          <a:p>
            <a:pPr marL="432000" indent="-324000" algn="just">
              <a:lnSpc>
                <a:spcPct val="100000"/>
              </a:lnSpc>
              <a:spcBef>
                <a:spcPts val="439"/>
              </a:spcBef>
              <a:buClr>
                <a:srgbClr val="000000"/>
              </a:buClr>
              <a:buSzPct val="45000"/>
              <a:buFont typeface="Wingdings" charset="2"/>
              <a:buChar char=""/>
              <a:tabLst>
                <a:tab algn="l" pos="0"/>
              </a:tabLst>
            </a:pPr>
            <a:r>
              <a:rPr b="0" lang="fr-FR" sz="2200" spc="-1" strike="noStrike">
                <a:solidFill>
                  <a:srgbClr val="073e87"/>
                </a:solidFill>
                <a:latin typeface="Candara"/>
              </a:rPr>
              <a:t>les données d’identification : nom, prénom, date de naissance, adresse, numéro de téléphone ;</a:t>
            </a:r>
            <a:endParaRPr b="0" lang="fr-FR" sz="2200" spc="-1" strike="noStrike">
              <a:solidFill>
                <a:srgbClr val="000000"/>
              </a:solidFill>
              <a:latin typeface="Arial"/>
            </a:endParaRPr>
          </a:p>
          <a:p>
            <a:pPr marL="432000" indent="-324000" algn="just">
              <a:lnSpc>
                <a:spcPct val="100000"/>
              </a:lnSpc>
              <a:spcBef>
                <a:spcPts val="439"/>
              </a:spcBef>
              <a:buClr>
                <a:srgbClr val="000000"/>
              </a:buClr>
              <a:buSzPct val="45000"/>
              <a:buFont typeface="Wingdings" charset="2"/>
              <a:buChar char=""/>
              <a:tabLst>
                <a:tab algn="l" pos="0"/>
              </a:tabLst>
            </a:pPr>
            <a:r>
              <a:rPr b="0" lang="fr-FR" sz="2200" spc="-1" strike="noStrike">
                <a:solidFill>
                  <a:srgbClr val="073e87"/>
                </a:solidFill>
                <a:latin typeface="Candara"/>
              </a:rPr>
              <a:t>le numéro de sécurité sociale : uniquement pour l’édition des feuilles de soins et la télétransmission aux caisses d’assurance maladie ;</a:t>
            </a:r>
            <a:endParaRPr b="0" lang="fr-FR" sz="2200" spc="-1" strike="noStrike">
              <a:solidFill>
                <a:srgbClr val="000000"/>
              </a:solidFill>
              <a:latin typeface="Arial"/>
            </a:endParaRPr>
          </a:p>
          <a:p>
            <a:pPr marL="432000" indent="-324000" algn="just">
              <a:lnSpc>
                <a:spcPct val="100000"/>
              </a:lnSpc>
              <a:spcBef>
                <a:spcPts val="439"/>
              </a:spcBef>
              <a:buClr>
                <a:srgbClr val="000000"/>
              </a:buClr>
              <a:buSzPct val="45000"/>
              <a:buFont typeface="Wingdings" charset="2"/>
              <a:buChar char=""/>
              <a:tabLst>
                <a:tab algn="l" pos="0"/>
              </a:tabLst>
            </a:pPr>
            <a:r>
              <a:rPr b="0" lang="fr-FR" sz="2200" spc="-1" strike="noStrike">
                <a:solidFill>
                  <a:srgbClr val="073e87"/>
                </a:solidFill>
                <a:latin typeface="Candara"/>
              </a:rPr>
              <a:t>selon les contextes, la situation familiale : situation matrimoniale, nombre d’enfants ;</a:t>
            </a:r>
            <a:endParaRPr b="0" lang="fr-FR" sz="2200" spc="-1" strike="noStrike">
              <a:solidFill>
                <a:srgbClr val="000000"/>
              </a:solidFill>
              <a:latin typeface="Arial"/>
            </a:endParaRPr>
          </a:p>
          <a:p>
            <a:pPr marL="432000" indent="-324000" algn="just">
              <a:lnSpc>
                <a:spcPct val="100000"/>
              </a:lnSpc>
              <a:spcBef>
                <a:spcPts val="439"/>
              </a:spcBef>
              <a:buClr>
                <a:srgbClr val="000000"/>
              </a:buClr>
              <a:buSzPct val="45000"/>
              <a:buFont typeface="Wingdings" charset="2"/>
              <a:buChar char=""/>
              <a:tabLst>
                <a:tab algn="l" pos="0"/>
              </a:tabLst>
            </a:pPr>
            <a:r>
              <a:rPr b="0" lang="fr-FR" sz="2200" spc="-1" strike="noStrike">
                <a:solidFill>
                  <a:srgbClr val="073e87"/>
                </a:solidFill>
                <a:latin typeface="Candara"/>
              </a:rPr>
              <a:t>selon les contextes, la vie professionnelle : profession, conditions de travail ;</a:t>
            </a:r>
            <a:endParaRPr b="0" lang="fr-FR" sz="2200" spc="-1" strike="noStrike">
              <a:solidFill>
                <a:srgbClr val="000000"/>
              </a:solidFill>
              <a:latin typeface="Arial"/>
            </a:endParaRPr>
          </a:p>
          <a:p>
            <a:pPr marL="432000" indent="-324000" algn="just">
              <a:lnSpc>
                <a:spcPct val="100000"/>
              </a:lnSpc>
              <a:spcBef>
                <a:spcPts val="439"/>
              </a:spcBef>
              <a:buClr>
                <a:srgbClr val="000000"/>
              </a:buClr>
              <a:buSzPct val="45000"/>
              <a:buFont typeface="Wingdings" charset="2"/>
              <a:buChar char=""/>
              <a:tabLst>
                <a:tab algn="l" pos="0"/>
              </a:tabLst>
            </a:pPr>
            <a:r>
              <a:rPr b="0" lang="fr-FR" sz="2200" spc="-1" strike="noStrike">
                <a:solidFill>
                  <a:srgbClr val="073e87"/>
                </a:solidFill>
                <a:latin typeface="Candara"/>
              </a:rPr>
              <a:t>la santé : historique médical, historique des soins, diagnostics médicaux, traitements prescrits, nature des actes effectués, résultats d’examens de biologie médicale et tout élément de nature à caractériser la santé du patient et considéré comme pertinent par le médecin ;</a:t>
            </a:r>
            <a:endParaRPr b="0" lang="fr-FR" sz="220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tabLst>
                <a:tab algn="l" pos="0"/>
              </a:tabLst>
            </a:pPr>
            <a:r>
              <a:rPr b="0" lang="fr-FR" sz="2200" spc="-1" strike="noStrike">
                <a:solidFill>
                  <a:srgbClr val="073e87"/>
                </a:solidFill>
                <a:latin typeface="Candara"/>
              </a:rPr>
              <a:t>informations relatives aux habitudes de vie : si collectées avec l’accord du patient et dans la stricte mesure où elles sont nécessaires au diagnostic et aux soins.</a:t>
            </a:r>
            <a:endParaRPr b="0" lang="fr-FR"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PlaceHolder 1"/>
          <p:cNvSpPr>
            <a:spLocks noGrp="1"/>
          </p:cNvSpPr>
          <p:nvPr>
            <p:ph type="title"/>
          </p:nvPr>
        </p:nvSpPr>
        <p:spPr>
          <a:xfrm>
            <a:off x="457200" y="183960"/>
            <a:ext cx="8228880" cy="1323720"/>
          </a:xfrm>
          <a:prstGeom prst="rect">
            <a:avLst/>
          </a:prstGeom>
          <a:noFill/>
          <a:ln w="0">
            <a:noFill/>
          </a:ln>
        </p:spPr>
        <p:txBody>
          <a:bodyPr lIns="0" rIns="0" tIns="0" bIns="0" anchor="ctr">
            <a:noAutofit/>
          </a:bodyPr>
          <a:p>
            <a:pPr indent="0" algn="ctr">
              <a:lnSpc>
                <a:spcPct val="100000"/>
              </a:lnSpc>
              <a:buNone/>
              <a:tabLst>
                <a:tab algn="l" pos="0"/>
              </a:tabLst>
            </a:pPr>
            <a:r>
              <a:rPr b="1" lang="fr-FR" sz="2800" spc="-1" strike="noStrike">
                <a:solidFill>
                  <a:srgbClr val="464646"/>
                </a:solidFill>
                <a:latin typeface="Lucida Sans Unicode"/>
              </a:rPr>
              <a:t>La proportionnalité et la pertinence des données traitées</a:t>
            </a:r>
            <a:endParaRPr b="0" lang="fr-FR" sz="2800" spc="-1" strike="noStrike">
              <a:solidFill>
                <a:srgbClr val="000000"/>
              </a:solidFill>
              <a:latin typeface="Arial"/>
            </a:endParaRPr>
          </a:p>
        </p:txBody>
      </p:sp>
      <p:sp>
        <p:nvSpPr>
          <p:cNvPr id="502" name="PlaceHolder 2"/>
          <p:cNvSpPr>
            <a:spLocks noGrp="1"/>
          </p:cNvSpPr>
          <p:nvPr>
            <p:ph/>
          </p:nvPr>
        </p:nvSpPr>
        <p:spPr>
          <a:xfrm>
            <a:off x="457200" y="1604520"/>
            <a:ext cx="8228880" cy="3976920"/>
          </a:xfrm>
          <a:prstGeom prst="rect">
            <a:avLst/>
          </a:prstGeom>
          <a:noFill/>
          <a:ln w="0">
            <a:noFill/>
          </a:ln>
        </p:spPr>
        <p:txBody>
          <a:bodyPr lIns="0" rIns="0" tIns="0" bIns="0" anchor="t">
            <a:normAutofit/>
          </a:bodyPr>
          <a:p>
            <a:pPr marL="450360" indent="-179640" algn="just">
              <a:lnSpc>
                <a:spcPct val="100000"/>
              </a:lnSpc>
              <a:spcBef>
                <a:spcPts val="1712"/>
              </a:spcBef>
              <a:buNone/>
              <a:tabLst>
                <a:tab algn="l" pos="0"/>
              </a:tabLst>
            </a:pPr>
            <a:r>
              <a:rPr b="0" lang="fr-FR" sz="2400" spc="-1" strike="noStrike">
                <a:solidFill>
                  <a:srgbClr val="073e87"/>
                </a:solidFill>
                <a:latin typeface="Candara"/>
              </a:rPr>
              <a:t>Un site web qui propose de s’inscrire à sa newsletter, pour être tenu informé des dernières nouveautés, a-t-il besoin de recueillir la date de naissance de ses utilisateurs ?</a:t>
            </a:r>
            <a:endParaRPr b="0" lang="fr-FR" sz="2400" spc="-1" strike="noStrike">
              <a:solidFill>
                <a:srgbClr val="000000"/>
              </a:solidFill>
              <a:latin typeface="Arial"/>
            </a:endParaRPr>
          </a:p>
          <a:p>
            <a:pPr marL="450360" indent="-179640" algn="just">
              <a:lnSpc>
                <a:spcPct val="100000"/>
              </a:lnSpc>
              <a:spcBef>
                <a:spcPts val="1712"/>
              </a:spcBef>
              <a:buNone/>
              <a:tabLst>
                <a:tab algn="l" pos="0"/>
              </a:tabLst>
            </a:pPr>
            <a:r>
              <a:rPr b="0" lang="fr-FR" sz="2400" spc="-1" strike="noStrike">
                <a:solidFill>
                  <a:srgbClr val="073e87"/>
                </a:solidFill>
                <a:latin typeface="Candara"/>
              </a:rPr>
              <a:t>Un prestataire de services spécialisé dans la décoration intérieure a-t-il besoin de connaître le numéro de sécurité sociale de ses clients pour émettre une facture ?</a:t>
            </a:r>
            <a:endParaRPr b="0" lang="fr-FR" sz="2400" spc="-1" strike="noStrike">
              <a:solidFill>
                <a:srgbClr val="000000"/>
              </a:solidFill>
              <a:latin typeface="Arial"/>
            </a:endParaRPr>
          </a:p>
          <a:p>
            <a:pPr marL="450360" indent="-179640" algn="just">
              <a:lnSpc>
                <a:spcPct val="100000"/>
              </a:lnSpc>
              <a:spcBef>
                <a:spcPts val="1712"/>
              </a:spcBef>
              <a:buNone/>
              <a:tabLst>
                <a:tab algn="l" pos="0"/>
              </a:tabLst>
            </a:pPr>
            <a:r>
              <a:rPr b="0" lang="fr-FR" sz="2400" spc="-1" strike="noStrike">
                <a:solidFill>
                  <a:srgbClr val="073e87"/>
                </a:solidFill>
                <a:latin typeface="Candara"/>
              </a:rPr>
              <a:t>Un concessionnaire automobile peut-il exiger un extrait du </a:t>
            </a:r>
            <a:r>
              <a:rPr b="0" lang="fr-FR" sz="2400" spc="-1" strike="noStrike" u="sng">
                <a:solidFill>
                  <a:srgbClr val="0000ee"/>
                </a:solidFill>
                <a:uFillTx/>
                <a:latin typeface="Candara"/>
              </a:rPr>
              <a:t>casier judiciaire</a:t>
            </a:r>
            <a:r>
              <a:rPr b="0" lang="fr-FR" sz="2400" spc="-1" strike="noStrike">
                <a:solidFill>
                  <a:srgbClr val="073e87"/>
                </a:solidFill>
                <a:latin typeface="Candara"/>
              </a:rPr>
              <a:t> d’un client pour lui permettre d’acheter un véhicule ?</a:t>
            </a:r>
            <a:endParaRPr b="0" lang="fr-F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3" name="PlaceHolder 1"/>
          <p:cNvSpPr>
            <a:spLocks noGrp="1"/>
          </p:cNvSpPr>
          <p:nvPr>
            <p:ph type="title"/>
          </p:nvPr>
        </p:nvSpPr>
        <p:spPr>
          <a:xfrm>
            <a:off x="457200" y="273240"/>
            <a:ext cx="8226000" cy="1141560"/>
          </a:xfrm>
          <a:prstGeom prst="rect">
            <a:avLst/>
          </a:prstGeom>
          <a:noFill/>
          <a:ln w="0">
            <a:noFill/>
          </a:ln>
        </p:spPr>
        <p:txBody>
          <a:bodyPr lIns="0" rIns="0" tIns="0" bIns="0" anchor="ctr">
            <a:noAutofit/>
          </a:bodyPr>
          <a:p>
            <a:pPr indent="0" algn="ctr">
              <a:lnSpc>
                <a:spcPct val="100000"/>
              </a:lnSpc>
              <a:buNone/>
              <a:tabLst>
                <a:tab algn="l" pos="0"/>
              </a:tabLst>
            </a:pPr>
            <a:r>
              <a:rPr b="0" lang="fr-FR" sz="5660" spc="-1" strike="noStrike">
                <a:solidFill>
                  <a:srgbClr val="000000"/>
                </a:solidFill>
                <a:latin typeface="Arial"/>
              </a:rPr>
              <a:t>Le RGPD</a:t>
            </a:r>
            <a:endParaRPr b="0" lang="fr-FR" sz="5660" spc="-1" strike="noStrike">
              <a:solidFill>
                <a:srgbClr val="000000"/>
              </a:solidFill>
              <a:latin typeface="Arial"/>
            </a:endParaRPr>
          </a:p>
        </p:txBody>
      </p:sp>
      <p:pic>
        <p:nvPicPr>
          <p:cNvPr id="504" name="" descr=""/>
          <p:cNvPicPr/>
          <p:nvPr/>
        </p:nvPicPr>
        <p:blipFill>
          <a:blip r:embed="rId1"/>
          <a:stretch/>
        </p:blipFill>
        <p:spPr>
          <a:xfrm rot="85800">
            <a:off x="2455920" y="1977480"/>
            <a:ext cx="3736080" cy="391176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PlaceHolder 1"/>
          <p:cNvSpPr>
            <a:spLocks noGrp="1"/>
          </p:cNvSpPr>
          <p:nvPr>
            <p:ph type="title"/>
          </p:nvPr>
        </p:nvSpPr>
        <p:spPr>
          <a:xfrm>
            <a:off x="457200" y="273240"/>
            <a:ext cx="8226000" cy="1141560"/>
          </a:xfrm>
          <a:prstGeom prst="rect">
            <a:avLst/>
          </a:prstGeom>
          <a:noFill/>
          <a:ln w="0">
            <a:noFill/>
          </a:ln>
        </p:spPr>
        <p:txBody>
          <a:bodyPr lIns="0" rIns="0" tIns="0" bIns="0" anchor="ctr">
            <a:noAutofit/>
          </a:bodyPr>
          <a:p>
            <a:pPr indent="0" algn="ctr">
              <a:lnSpc>
                <a:spcPct val="100000"/>
              </a:lnSpc>
              <a:buNone/>
              <a:tabLst>
                <a:tab algn="l" pos="0"/>
              </a:tabLst>
            </a:pPr>
            <a:r>
              <a:rPr b="0" lang="fr-FR" sz="3200" spc="-1" strike="noStrike">
                <a:solidFill>
                  <a:srgbClr val="000000"/>
                </a:solidFill>
                <a:latin typeface="Arial"/>
              </a:rPr>
              <a:t>La durée de conservation limitée des données</a:t>
            </a:r>
            <a:endParaRPr b="0" lang="fr-FR" sz="3200" spc="-1" strike="noStrike">
              <a:solidFill>
                <a:srgbClr val="000000"/>
              </a:solidFill>
              <a:latin typeface="Arial"/>
            </a:endParaRPr>
          </a:p>
        </p:txBody>
      </p:sp>
      <p:sp>
        <p:nvSpPr>
          <p:cNvPr id="506" name="PlaceHolder 2"/>
          <p:cNvSpPr>
            <a:spLocks noGrp="1"/>
          </p:cNvSpPr>
          <p:nvPr>
            <p:ph/>
          </p:nvPr>
        </p:nvSpPr>
        <p:spPr>
          <a:xfrm>
            <a:off x="457200" y="1604520"/>
            <a:ext cx="7917480" cy="3974040"/>
          </a:xfrm>
          <a:prstGeom prst="rect">
            <a:avLst/>
          </a:prstGeom>
          <a:noFill/>
          <a:ln w="0">
            <a:noFill/>
          </a:ln>
        </p:spPr>
        <p:txBody>
          <a:bodyPr lIns="0" rIns="0" tIns="0" bIns="0" anchor="t">
            <a:normAutofit/>
          </a:bodyPr>
          <a:p>
            <a:pPr marL="432000" indent="-324000" algn="just">
              <a:lnSpc>
                <a:spcPct val="100000"/>
              </a:lnSpc>
              <a:spcBef>
                <a:spcPts val="1712"/>
              </a:spcBef>
              <a:buClr>
                <a:srgbClr val="000000"/>
              </a:buClr>
              <a:buSzPct val="45000"/>
              <a:buFont typeface="Symbol"/>
              <a:buChar char=""/>
            </a:pPr>
            <a:r>
              <a:rPr b="0" lang="fr-FR" sz="1100" spc="-1" strike="noStrike">
                <a:solidFill>
                  <a:srgbClr val="323440"/>
                </a:solidFill>
                <a:latin typeface="Arial"/>
                <a:ea typeface="Microsoft YaHei"/>
              </a:rPr>
              <a:t>Le </a:t>
            </a:r>
            <a:r>
              <a:rPr b="0" lang="fr-FR" sz="1100" spc="-1" strike="noStrike">
                <a:solidFill>
                  <a:srgbClr val="2a7ed0"/>
                </a:solidFill>
                <a:latin typeface="Arial"/>
                <a:ea typeface="Microsoft YaHei"/>
              </a:rPr>
              <a:t>RGPD </a:t>
            </a:r>
            <a:r>
              <a:rPr b="0" lang="fr-FR" sz="1100" spc="-1" strike="noStrike">
                <a:solidFill>
                  <a:srgbClr val="323440"/>
                </a:solidFill>
                <a:latin typeface="Arial"/>
                <a:ea typeface="Microsoft YaHei"/>
              </a:rPr>
              <a:t>pose un principe général de limitation de conservation des données, </a:t>
            </a:r>
            <a:r>
              <a:rPr b="1" lang="fr-FR" sz="1100" spc="-1" strike="noStrike">
                <a:solidFill>
                  <a:srgbClr val="323440"/>
                </a:solidFill>
                <a:latin typeface="Arial"/>
                <a:ea typeface="Microsoft YaHei"/>
              </a:rPr>
              <a:t>sans pour autant déterminer les durées de conservation à respecter </a:t>
            </a:r>
            <a:r>
              <a:rPr b="0" lang="fr-FR" sz="1100" spc="-1" strike="noStrike">
                <a:solidFill>
                  <a:srgbClr val="323440"/>
                </a:solidFill>
                <a:latin typeface="Arial"/>
                <a:ea typeface="Microsoft YaHei"/>
              </a:rPr>
              <a:t>puisque le texte ne donne aucune indication des durées de conservation à mettre en œuvre.</a:t>
            </a:r>
            <a:endParaRPr b="0" lang="fr-FR" sz="1100" spc="-1" strike="noStrike">
              <a:solidFill>
                <a:srgbClr val="000000"/>
              </a:solidFill>
              <a:latin typeface="Arial"/>
            </a:endParaRPr>
          </a:p>
          <a:p>
            <a:pPr marL="432000" indent="-324000" algn="just">
              <a:lnSpc>
                <a:spcPct val="100000"/>
              </a:lnSpc>
              <a:spcBef>
                <a:spcPts val="1712"/>
              </a:spcBef>
              <a:buClr>
                <a:srgbClr val="000000"/>
              </a:buClr>
              <a:buSzPct val="45000"/>
              <a:buFont typeface="Symbol"/>
              <a:buChar char=""/>
            </a:pPr>
            <a:r>
              <a:rPr b="0" lang="fr-FR" sz="1100" spc="-1" strike="noStrike">
                <a:solidFill>
                  <a:srgbClr val="323440"/>
                </a:solidFill>
                <a:latin typeface="Arial"/>
                <a:ea typeface="Microsoft YaHei"/>
              </a:rPr>
              <a:t>Il revient donc à tout responsable de traitement de déterminer lui-même la durée de conservation des données. Celle-ci est rattachée à la finalité du traitement concerné. Ainsi, une même donnée utilisée dans le cadre de la mise en œuvre de plusieurs traitements, devra être supprimée pour le traitement qui aurait atteint sa finalité et pourra être conservée pour les autres.</a:t>
            </a:r>
            <a:endParaRPr b="0" lang="fr-FR" sz="1100" spc="-1" strike="noStrike">
              <a:solidFill>
                <a:srgbClr val="000000"/>
              </a:solidFill>
              <a:latin typeface="Arial"/>
            </a:endParaRPr>
          </a:p>
          <a:p>
            <a:pPr marL="432000" indent="-324000" algn="just">
              <a:lnSpc>
                <a:spcPct val="100000"/>
              </a:lnSpc>
              <a:spcBef>
                <a:spcPts val="1712"/>
              </a:spcBef>
              <a:buClr>
                <a:srgbClr val="000000"/>
              </a:buClr>
              <a:buSzPct val="45000"/>
              <a:buFont typeface="Symbol"/>
              <a:buChar char=""/>
            </a:pPr>
            <a:r>
              <a:rPr b="0" lang="fr-FR" sz="1100" spc="-1" strike="noStrike">
                <a:solidFill>
                  <a:srgbClr val="323440"/>
                </a:solidFill>
                <a:latin typeface="Arial"/>
                <a:ea typeface="Microsoft YaHei"/>
              </a:rPr>
              <a:t>Ce principe impose aux responsables de traitement de déterminer la durée de conservation des données en fonction des finalités poursuivies par le traitement. Une fois que la finalité est atteinte, les données doivent être supprimées. Toutefois, une phase transitoire entre la conservation en base active et la suppression des données peut être prévue, le temps, par exemple, de l’exercice d’une action en justice. Pendant cette phase transitoire, les données ne devront plus être conservées en base active mais en archivage intermédiaire dans lequel elles ne seront accessibles que ponctuellement et de façon limitée aux seules personnes habilitées (ex. le service juridique dans le cadre de la gestion du contentieux). À défaut d’action en justice avant le terme de la prescription, les données devront être supprimées une fois la prescription acquise.</a:t>
            </a:r>
            <a:endParaRPr b="0" lang="fr-FR" sz="1100" spc="-1" strike="noStrike">
              <a:solidFill>
                <a:srgbClr val="000000"/>
              </a:solidFill>
              <a:latin typeface="Arial"/>
            </a:endParaRPr>
          </a:p>
          <a:p>
            <a:pPr indent="0" algn="just">
              <a:lnSpc>
                <a:spcPct val="100000"/>
              </a:lnSpc>
              <a:spcBef>
                <a:spcPts val="1712"/>
              </a:spcBef>
              <a:buNone/>
              <a:tabLst>
                <a:tab algn="l" pos="0"/>
              </a:tabLst>
            </a:pPr>
            <a:endParaRPr b="0" lang="fr-F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PlaceHolder 1"/>
          <p:cNvSpPr>
            <a:spLocks noGrp="1"/>
          </p:cNvSpPr>
          <p:nvPr>
            <p:ph type="title"/>
          </p:nvPr>
        </p:nvSpPr>
        <p:spPr>
          <a:xfrm>
            <a:off x="457200" y="273240"/>
            <a:ext cx="8226000" cy="1141560"/>
          </a:xfrm>
          <a:prstGeom prst="rect">
            <a:avLst/>
          </a:prstGeom>
          <a:noFill/>
          <a:ln w="0">
            <a:noFill/>
          </a:ln>
        </p:spPr>
        <p:txBody>
          <a:bodyPr lIns="0" rIns="0" tIns="0" bIns="0" anchor="ctr">
            <a:noAutofit/>
          </a:bodyPr>
          <a:p>
            <a:pPr indent="0" algn="ctr">
              <a:lnSpc>
                <a:spcPct val="100000"/>
              </a:lnSpc>
              <a:buNone/>
              <a:tabLst>
                <a:tab algn="l" pos="0"/>
              </a:tabLst>
            </a:pPr>
            <a:r>
              <a:rPr b="0" lang="fr-FR" sz="3200" spc="-1" strike="noStrike">
                <a:solidFill>
                  <a:srgbClr val="000000"/>
                </a:solidFill>
                <a:latin typeface="Arial"/>
              </a:rPr>
              <a:t>La durée de conservation limitée des données</a:t>
            </a:r>
            <a:endParaRPr b="0" lang="fr-FR" sz="3200" spc="-1" strike="noStrike">
              <a:solidFill>
                <a:srgbClr val="000000"/>
              </a:solidFill>
              <a:latin typeface="Arial"/>
            </a:endParaRPr>
          </a:p>
        </p:txBody>
      </p:sp>
      <p:sp>
        <p:nvSpPr>
          <p:cNvPr id="508" name="PlaceHolder 2"/>
          <p:cNvSpPr>
            <a:spLocks noGrp="1"/>
          </p:cNvSpPr>
          <p:nvPr>
            <p:ph/>
          </p:nvPr>
        </p:nvSpPr>
        <p:spPr>
          <a:xfrm>
            <a:off x="457200" y="1604520"/>
            <a:ext cx="8226000" cy="3974040"/>
          </a:xfrm>
          <a:prstGeom prst="rect">
            <a:avLst/>
          </a:prstGeom>
          <a:noFill/>
          <a:ln w="0">
            <a:noFill/>
          </a:ln>
        </p:spPr>
        <p:txBody>
          <a:bodyPr lIns="0" rIns="0" tIns="0" bIns="0" anchor="t">
            <a:normAutofit/>
          </a:bodyPr>
          <a:p>
            <a:pPr indent="0" algn="ctr">
              <a:lnSpc>
                <a:spcPct val="100000"/>
              </a:lnSpc>
              <a:spcBef>
                <a:spcPts val="1712"/>
              </a:spcBef>
              <a:buNone/>
              <a:tabLst>
                <a:tab algn="l" pos="0"/>
              </a:tabLst>
            </a:pPr>
            <a:r>
              <a:rPr b="1" lang="fr-FR" sz="1100" spc="-1" strike="noStrike">
                <a:solidFill>
                  <a:srgbClr val="323440"/>
                </a:solidFill>
                <a:latin typeface="Arial"/>
                <a:ea typeface="Microsoft YaHei"/>
              </a:rPr>
              <a:t>Exemple : </a:t>
            </a:r>
            <a:r>
              <a:rPr b="0" lang="fr-FR" sz="1100" spc="-1" strike="noStrike">
                <a:solidFill>
                  <a:srgbClr val="323440"/>
                </a:solidFill>
                <a:latin typeface="Arial"/>
                <a:ea typeface="Microsoft YaHei"/>
              </a:rPr>
              <a:t>Un employeur met en place une badgeuse afin de traiter les heures d’entrée et de sortie de ses salariés.</a:t>
            </a:r>
            <a:endParaRPr b="0" lang="fr-FR" sz="1100" spc="-1" strike="noStrike">
              <a:solidFill>
                <a:srgbClr val="000000"/>
              </a:solidFill>
              <a:latin typeface="Arial"/>
            </a:endParaRPr>
          </a:p>
          <a:p>
            <a:pPr marL="457200" indent="-228600" algn="just">
              <a:lnSpc>
                <a:spcPct val="100000"/>
              </a:lnSpc>
              <a:spcBef>
                <a:spcPts val="1712"/>
              </a:spcBef>
              <a:buClr>
                <a:srgbClr val="000000"/>
              </a:buClr>
              <a:buSzPct val="45000"/>
              <a:buFont typeface="Symbol"/>
              <a:buChar char=""/>
              <a:tabLst>
                <a:tab algn="l" pos="0"/>
              </a:tabLst>
            </a:pPr>
            <a:r>
              <a:rPr b="0" lang="fr-FR" sz="1100" spc="-1" strike="noStrike">
                <a:solidFill>
                  <a:srgbClr val="323440"/>
                </a:solidFill>
                <a:latin typeface="Arial"/>
                <a:ea typeface="Microsoft YaHei"/>
              </a:rPr>
              <a:t>les données sont conservées en base active afin d’établir les fiches de paie des salariés. Elles sont accessibles aux services gérant le personnel et la paie ; </a:t>
            </a:r>
            <a:endParaRPr b="0" lang="fr-FR" sz="1100" spc="-1" strike="noStrike">
              <a:solidFill>
                <a:srgbClr val="000000"/>
              </a:solidFill>
              <a:latin typeface="Arial"/>
            </a:endParaRPr>
          </a:p>
          <a:p>
            <a:pPr marL="457200" indent="-228600" algn="just">
              <a:lnSpc>
                <a:spcPct val="100000"/>
              </a:lnSpc>
              <a:spcBef>
                <a:spcPts val="1712"/>
              </a:spcBef>
              <a:buClr>
                <a:srgbClr val="000000"/>
              </a:buClr>
              <a:buSzPct val="45000"/>
              <a:buFont typeface="Symbol"/>
              <a:buChar char=""/>
              <a:tabLst>
                <a:tab algn="l" pos="0"/>
              </a:tabLst>
            </a:pPr>
            <a:r>
              <a:rPr b="0" lang="fr-FR" sz="1100" spc="-1" strike="noStrike">
                <a:solidFill>
                  <a:srgbClr val="323440"/>
                </a:solidFill>
                <a:latin typeface="Arial"/>
                <a:ea typeface="Microsoft YaHei"/>
              </a:rPr>
              <a:t>une fois traitées pour établir le bulletin de salaire, les données peuvent être conservées en archivage intermédiaire, le temps de la prescription d’une action en paiement ou en répétition du salaire </a:t>
            </a:r>
            <a:r>
              <a:rPr b="0" i="1" lang="fr-FR" sz="1100" spc="-1" strike="noStrike">
                <a:solidFill>
                  <a:srgbClr val="323440"/>
                </a:solidFill>
                <a:latin typeface="Arial"/>
                <a:ea typeface="Microsoft YaHei"/>
              </a:rPr>
              <a:t>(</a:t>
            </a:r>
            <a:r>
              <a:rPr b="0" lang="fr-FR" sz="1100" spc="-1" strike="noStrike">
                <a:solidFill>
                  <a:srgbClr val="323440"/>
                </a:solidFill>
                <a:latin typeface="Arial"/>
                <a:ea typeface="Microsoft YaHei"/>
              </a:rPr>
              <a:t>action prévue par </a:t>
            </a:r>
            <a:r>
              <a:rPr b="0" i="1" lang="fr-FR" sz="1100" spc="-1" strike="noStrike">
                <a:solidFill>
                  <a:srgbClr val="2a7ed0"/>
                </a:solidFill>
                <a:latin typeface="Arial"/>
                <a:ea typeface="Microsoft YaHei"/>
              </a:rPr>
              <a:t>C. trav., art. L. 3245-1, </a:t>
            </a:r>
            <a:r>
              <a:rPr b="0" lang="fr-FR" sz="1100" spc="-1" strike="noStrike">
                <a:solidFill>
                  <a:srgbClr val="323440"/>
                </a:solidFill>
                <a:latin typeface="Arial"/>
                <a:ea typeface="Microsoft YaHei"/>
              </a:rPr>
              <a:t>qui fixe à 3 ans le délai pour agir</a:t>
            </a:r>
            <a:r>
              <a:rPr b="0" i="1" lang="fr-FR" sz="1100" spc="-1" strike="noStrike">
                <a:solidFill>
                  <a:srgbClr val="323440"/>
                </a:solidFill>
                <a:latin typeface="Arial"/>
                <a:ea typeface="Microsoft YaHei"/>
              </a:rPr>
              <a:t>)</a:t>
            </a:r>
            <a:r>
              <a:rPr b="0" lang="fr-FR" sz="1100" spc="-1" strike="noStrike">
                <a:solidFill>
                  <a:srgbClr val="323440"/>
                </a:solidFill>
                <a:latin typeface="Arial"/>
                <a:ea typeface="Microsoft YaHei"/>
              </a:rPr>
              <a:t>. Les données sont alors accessibles aux seules personnes habilitées en cas de contentieux (la personne du service des ressources humaines chargée de la gestion des contentieux par exemple ou la direction juridique) ; </a:t>
            </a:r>
            <a:endParaRPr b="0" lang="fr-FR" sz="1100" spc="-1" strike="noStrike">
              <a:solidFill>
                <a:srgbClr val="000000"/>
              </a:solidFill>
              <a:latin typeface="Arial"/>
            </a:endParaRPr>
          </a:p>
          <a:p>
            <a:pPr marL="457200" indent="-228600" algn="just">
              <a:lnSpc>
                <a:spcPct val="100000"/>
              </a:lnSpc>
              <a:spcBef>
                <a:spcPts val="1712"/>
              </a:spcBef>
              <a:buClr>
                <a:srgbClr val="000000"/>
              </a:buClr>
              <a:buSzPct val="45000"/>
              <a:buFont typeface="Symbol"/>
              <a:buChar char=""/>
              <a:tabLst>
                <a:tab algn="l" pos="0"/>
              </a:tabLst>
            </a:pPr>
            <a:r>
              <a:rPr b="0" lang="fr-FR" sz="1100" spc="-1" strike="noStrike">
                <a:solidFill>
                  <a:srgbClr val="323440"/>
                </a:solidFill>
                <a:latin typeface="Arial"/>
                <a:ea typeface="Microsoft YaHei"/>
              </a:rPr>
              <a:t>faute d’action avant le terme de la prescription, les données doivent être supprimées une fois la prescription acquise, et ce même si la personne concernée est toujours salariée de l’entreprise.</a:t>
            </a:r>
            <a:endParaRPr b="0" lang="fr-FR" sz="1100" spc="-1" strike="noStrike">
              <a:solidFill>
                <a:srgbClr val="000000"/>
              </a:solidFill>
              <a:latin typeface="Arial"/>
            </a:endParaRPr>
          </a:p>
          <a:p>
            <a:pPr indent="0" algn="just">
              <a:lnSpc>
                <a:spcPct val="100000"/>
              </a:lnSpc>
              <a:spcBef>
                <a:spcPts val="1712"/>
              </a:spcBef>
              <a:buNone/>
              <a:tabLst>
                <a:tab algn="l" pos="0"/>
              </a:tabLst>
            </a:pPr>
            <a:r>
              <a:rPr b="1" lang="fr-FR" sz="1100" spc="-1" strike="noStrike">
                <a:solidFill>
                  <a:srgbClr val="323440"/>
                </a:solidFill>
                <a:latin typeface="Arial"/>
                <a:ea typeface="Microsoft YaHei"/>
              </a:rPr>
              <a:t>Précision : l</a:t>
            </a:r>
            <a:r>
              <a:rPr b="0" lang="fr-FR" sz="1100" spc="-1" strike="noStrike">
                <a:solidFill>
                  <a:srgbClr val="323440"/>
                </a:solidFill>
                <a:latin typeface="Arial"/>
                <a:ea typeface="Microsoft YaHei"/>
              </a:rPr>
              <a:t>orsque le responsable de traitement a recours à un sous-traitant qui va traiter des données pour son compte, le responsable de traitement doit notamment lui préciser, dans le cadre d’un contrat prévu par l’</a:t>
            </a:r>
            <a:r>
              <a:rPr b="0" lang="fr-FR" sz="1100" spc="-1" strike="noStrike">
                <a:solidFill>
                  <a:srgbClr val="2a7ed0"/>
                </a:solidFill>
                <a:latin typeface="Arial"/>
                <a:ea typeface="Microsoft YaHei"/>
              </a:rPr>
              <a:t>article 28 du RGPD</a:t>
            </a:r>
            <a:r>
              <a:rPr b="0" lang="fr-FR" sz="1100" spc="-1" strike="noStrike">
                <a:solidFill>
                  <a:srgbClr val="323440"/>
                </a:solidFill>
                <a:latin typeface="Arial"/>
                <a:ea typeface="Microsoft YaHei"/>
              </a:rPr>
              <a:t>, la durée du traitement et le sort des données au terme de l’exécution du contrat (restitution des données ou destruction).</a:t>
            </a:r>
            <a:endParaRPr b="0" lang="fr-F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9" name="PlaceHolder 1"/>
          <p:cNvSpPr>
            <a:spLocks noGrp="1"/>
          </p:cNvSpPr>
          <p:nvPr>
            <p:ph type="title"/>
          </p:nvPr>
        </p:nvSpPr>
        <p:spPr>
          <a:xfrm>
            <a:off x="457200" y="273240"/>
            <a:ext cx="8226000" cy="1141560"/>
          </a:xfrm>
          <a:prstGeom prst="rect">
            <a:avLst/>
          </a:prstGeom>
          <a:noFill/>
          <a:ln w="0">
            <a:noFill/>
          </a:ln>
        </p:spPr>
        <p:txBody>
          <a:bodyPr lIns="0" rIns="0" tIns="0" bIns="0" anchor="ctr">
            <a:noAutofit/>
          </a:bodyPr>
          <a:p>
            <a:pPr indent="0" algn="ctr">
              <a:lnSpc>
                <a:spcPct val="100000"/>
              </a:lnSpc>
              <a:buNone/>
              <a:tabLst>
                <a:tab algn="l" pos="0"/>
              </a:tabLst>
            </a:pPr>
            <a:r>
              <a:rPr b="0" lang="fr-FR" sz="3200" spc="-1" strike="noStrike">
                <a:solidFill>
                  <a:srgbClr val="000000"/>
                </a:solidFill>
                <a:latin typeface="Arial"/>
              </a:rPr>
              <a:t>La durée de conservation limitée des données</a:t>
            </a:r>
            <a:endParaRPr b="0" lang="fr-FR" sz="3200" spc="-1" strike="noStrike">
              <a:solidFill>
                <a:srgbClr val="000000"/>
              </a:solidFill>
              <a:latin typeface="Arial"/>
            </a:endParaRPr>
          </a:p>
        </p:txBody>
      </p:sp>
      <p:sp>
        <p:nvSpPr>
          <p:cNvPr id="510" name="PlaceHolder 2"/>
          <p:cNvSpPr>
            <a:spLocks noGrp="1"/>
          </p:cNvSpPr>
          <p:nvPr>
            <p:ph/>
          </p:nvPr>
        </p:nvSpPr>
        <p:spPr>
          <a:xfrm>
            <a:off x="457200" y="1604520"/>
            <a:ext cx="8226000" cy="3974040"/>
          </a:xfrm>
          <a:prstGeom prst="rect">
            <a:avLst/>
          </a:prstGeom>
          <a:noFill/>
          <a:ln w="0">
            <a:noFill/>
          </a:ln>
        </p:spPr>
        <p:txBody>
          <a:bodyPr lIns="0" rIns="0" tIns="0" bIns="0" anchor="t">
            <a:normAutofit fontScale="33888" lnSpcReduction="10000"/>
          </a:bodyPr>
          <a:p>
            <a:pPr marL="432000" indent="-324000" algn="ctr">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Les préconisations de la CNIL : pour un même traitement, les données personnelles poursuivent des phases successives. On parle de « cycle de vie » de la donnée personnelle. Ce cycle connaît trois phases :</a:t>
            </a:r>
            <a:endParaRPr b="0" lang="fr-FR" sz="387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La conservation en base active : Il s’agit de la durée nécessaire à la réalisation de l’objectif (finalité du traitement) ayant justifié la collecte/enregistrement des données. Par exemple, dans une entreprise, les données d’un candidat non retenu seront conservées pendant 2 ans maximum (sauf s’il en demande l’effacement) par le service des ressources humaines. En pratique, les données seront alors facilement accessibles dans l’environnement de travail immédiat pour les services opérationnels qui sont en charge de ce traitement (ex : le service des ressources humaines pour les opérations de recrutement) ;</a:t>
            </a:r>
            <a:endParaRPr b="0" lang="fr-FR" sz="387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l’archivage intermédiaire : Les données personnelles ne sont plus utilisées pour atteindre l’objectif fixé (« dossiers clos ») mais présentent encore un intérêt administratif pour l'organisme (ex : gestion d’un éventuel contentieux, etc.) ou doivent être conservées pour répondre à une obligation légale (par exemple, les données de facturation doivent être conservées dix ans en application du Code de commerce, même si la personne concernée n’est plus cliente). Les données peuvent alors être consultées de manière ponctuelle et motivée par des personnes spécifiquement habilitées ;</a:t>
            </a:r>
            <a:endParaRPr b="0" lang="fr-FR" sz="387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l’archivage définitif : En raison de leur « valeur » et intérêt, certaines informations sont archivées de manière définitive et pérenne. À la différence de la conservation en base active, les deux dernières étapes ne sont pas systématiquement mises en place. Leur nécessité doit être évaluée pour chaque traitement, et, pour chacune de ces phases, un tri sera opéré entre les données.</a:t>
            </a:r>
            <a:endParaRPr b="0" lang="fr-FR" sz="3870" spc="-1" strike="noStrike">
              <a:solidFill>
                <a:srgbClr val="000000"/>
              </a:solidFill>
              <a:latin typeface="Arial"/>
            </a:endParaRPr>
          </a:p>
          <a:p>
            <a:pPr indent="0">
              <a:lnSpc>
                <a:spcPct val="100000"/>
              </a:lnSpc>
              <a:spcBef>
                <a:spcPts val="1712"/>
              </a:spcBef>
              <a:buNone/>
              <a:tabLst>
                <a:tab algn="l" pos="0"/>
              </a:tabLst>
            </a:pPr>
            <a:endParaRPr b="0" lang="fr-FR" sz="38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PlaceHolder 1"/>
          <p:cNvSpPr>
            <a:spLocks noGrp="1"/>
          </p:cNvSpPr>
          <p:nvPr>
            <p:ph type="title"/>
          </p:nvPr>
        </p:nvSpPr>
        <p:spPr>
          <a:xfrm>
            <a:off x="457200" y="273240"/>
            <a:ext cx="8226000" cy="1141560"/>
          </a:xfrm>
          <a:prstGeom prst="rect">
            <a:avLst/>
          </a:prstGeom>
          <a:noFill/>
          <a:ln w="0">
            <a:noFill/>
          </a:ln>
        </p:spPr>
        <p:txBody>
          <a:bodyPr lIns="0" rIns="0" tIns="0" bIns="0" anchor="ctr">
            <a:noAutofit/>
          </a:bodyPr>
          <a:p>
            <a:pPr indent="0" algn="ctr">
              <a:lnSpc>
                <a:spcPct val="100000"/>
              </a:lnSpc>
              <a:buNone/>
              <a:tabLst>
                <a:tab algn="l" pos="0"/>
              </a:tabLst>
            </a:pPr>
            <a:r>
              <a:rPr b="0" lang="fr-FR" sz="3200" spc="-1" strike="noStrike">
                <a:solidFill>
                  <a:srgbClr val="000000"/>
                </a:solidFill>
                <a:latin typeface="Arial"/>
              </a:rPr>
              <a:t>La durée de conservation limitée des données</a:t>
            </a:r>
            <a:endParaRPr b="0" lang="fr-FR" sz="3200" spc="-1" strike="noStrike">
              <a:solidFill>
                <a:srgbClr val="000000"/>
              </a:solidFill>
              <a:latin typeface="Arial"/>
            </a:endParaRPr>
          </a:p>
        </p:txBody>
      </p:sp>
      <p:sp>
        <p:nvSpPr>
          <p:cNvPr id="512" name="PlaceHolder 2"/>
          <p:cNvSpPr>
            <a:spLocks noGrp="1"/>
          </p:cNvSpPr>
          <p:nvPr>
            <p:ph/>
          </p:nvPr>
        </p:nvSpPr>
        <p:spPr>
          <a:xfrm>
            <a:off x="563040" y="1604520"/>
            <a:ext cx="8226000" cy="3974040"/>
          </a:xfrm>
          <a:prstGeom prst="rect">
            <a:avLst/>
          </a:prstGeom>
          <a:noFill/>
          <a:ln w="0">
            <a:noFill/>
          </a:ln>
        </p:spPr>
        <p:txBody>
          <a:bodyPr lIns="0" rIns="0" tIns="0" bIns="0" anchor="t">
            <a:normAutofit/>
          </a:bodyPr>
          <a:p>
            <a:pPr marL="432000" indent="-324000" algn="ctr">
              <a:lnSpc>
                <a:spcPct val="100000"/>
              </a:lnSpc>
              <a:spcBef>
                <a:spcPts val="1712"/>
              </a:spcBef>
              <a:buClr>
                <a:srgbClr val="000000"/>
              </a:buClr>
              <a:buSzPct val="45000"/>
              <a:buFont typeface="Wingdings" charset="2"/>
              <a:buChar char=""/>
            </a:pPr>
            <a:r>
              <a:rPr b="0" lang="fr-FR" sz="1600" spc="-1" strike="noStrike">
                <a:solidFill>
                  <a:srgbClr val="000000"/>
                </a:solidFill>
                <a:latin typeface="Arial"/>
              </a:rPr>
              <a:t>Concrètement, comment faut-il faire ?</a:t>
            </a:r>
            <a:endParaRPr b="0" lang="fr-FR" sz="1600" spc="-1" strike="noStrike">
              <a:solidFill>
                <a:srgbClr val="000000"/>
              </a:solidFill>
              <a:latin typeface="Arial"/>
            </a:endParaRPr>
          </a:p>
          <a:p>
            <a:pPr indent="0" algn="just">
              <a:lnSpc>
                <a:spcPct val="100000"/>
              </a:lnSpc>
              <a:spcBef>
                <a:spcPts val="1712"/>
              </a:spcBef>
              <a:buNone/>
              <a:tabLst>
                <a:tab algn="l" pos="0"/>
              </a:tabLst>
            </a:pPr>
            <a:r>
              <a:rPr b="0" lang="fr-FR" sz="1100" spc="-1" strike="noStrike">
                <a:solidFill>
                  <a:srgbClr val="323440"/>
                </a:solidFill>
                <a:latin typeface="Arial"/>
                <a:ea typeface="Microsoft YaHei"/>
              </a:rPr>
              <a:t>Pour déterminer la durée de conservation des données, et dans la mesure où le </a:t>
            </a:r>
            <a:r>
              <a:rPr b="0" lang="fr-FR" sz="1100" spc="-1" strike="noStrike">
                <a:solidFill>
                  <a:srgbClr val="2a7ed0"/>
                </a:solidFill>
                <a:latin typeface="Arial"/>
                <a:ea typeface="Microsoft YaHei"/>
              </a:rPr>
              <a:t>RGPD </a:t>
            </a:r>
            <a:r>
              <a:rPr b="0" lang="fr-FR" sz="1100" spc="-1" strike="noStrike">
                <a:solidFill>
                  <a:srgbClr val="323440"/>
                </a:solidFill>
                <a:latin typeface="Arial"/>
                <a:ea typeface="Microsoft YaHei"/>
              </a:rPr>
              <a:t>ne contient aucune durée, le responsable de traitement va devoir se référer aux dispositions légales et réglementaires lorsque celles-ci imposent une durée minimale ou maximale de conservation.</a:t>
            </a:r>
            <a:endParaRPr b="0" lang="fr-FR" sz="1100" spc="-1" strike="noStrike">
              <a:solidFill>
                <a:srgbClr val="000000"/>
              </a:solidFill>
              <a:latin typeface="Arial"/>
            </a:endParaRPr>
          </a:p>
          <a:p>
            <a:pPr indent="0" algn="just">
              <a:lnSpc>
                <a:spcPct val="100000"/>
              </a:lnSpc>
              <a:spcBef>
                <a:spcPts val="1712"/>
              </a:spcBef>
              <a:buNone/>
              <a:tabLst>
                <a:tab algn="l" pos="0"/>
              </a:tabLst>
            </a:pPr>
            <a:r>
              <a:rPr b="0" lang="fr-FR" sz="1100" spc="-1" strike="noStrike">
                <a:solidFill>
                  <a:srgbClr val="323440"/>
                </a:solidFill>
                <a:latin typeface="Arial"/>
                <a:ea typeface="Microsoft YaHei"/>
              </a:rPr>
              <a:t>On peut notamment citer :</a:t>
            </a:r>
            <a:endParaRPr b="0" lang="fr-FR" sz="1100" spc="-1" strike="noStrike">
              <a:solidFill>
                <a:srgbClr val="000000"/>
              </a:solidFill>
              <a:latin typeface="Arial"/>
            </a:endParaRPr>
          </a:p>
          <a:p>
            <a:pPr indent="0" algn="just">
              <a:lnSpc>
                <a:spcPct val="100000"/>
              </a:lnSpc>
              <a:spcBef>
                <a:spcPts val="1712"/>
              </a:spcBef>
              <a:buNone/>
              <a:tabLst>
                <a:tab algn="l" pos="0"/>
              </a:tabLst>
            </a:pPr>
            <a:endParaRPr b="0" lang="fr-FR" sz="1100" spc="-1" strike="noStrike">
              <a:solidFill>
                <a:srgbClr val="000000"/>
              </a:solidFill>
              <a:latin typeface="Arial"/>
            </a:endParaRPr>
          </a:p>
          <a:p>
            <a:pPr marL="457200" indent="-228600" algn="just">
              <a:lnSpc>
                <a:spcPct val="100000"/>
              </a:lnSpc>
              <a:spcBef>
                <a:spcPts val="1712"/>
              </a:spcBef>
              <a:buNone/>
              <a:tabLst>
                <a:tab algn="l" pos="0"/>
              </a:tabLst>
            </a:pPr>
            <a:r>
              <a:rPr b="0" lang="fr-FR" sz="1100" spc="-1" strike="noStrike">
                <a:solidFill>
                  <a:srgbClr val="323440"/>
                </a:solidFill>
                <a:latin typeface="Arial"/>
                <a:ea typeface="Microsoft YaHei"/>
              </a:rPr>
              <a:t>l’</a:t>
            </a:r>
            <a:r>
              <a:rPr b="0" lang="fr-FR" sz="1100" spc="-1" strike="noStrike">
                <a:solidFill>
                  <a:srgbClr val="2a7ed0"/>
                </a:solidFill>
                <a:latin typeface="Arial"/>
                <a:ea typeface="Microsoft YaHei"/>
              </a:rPr>
              <a:t>article L. 252-3 du Code de la sécurité intérieure </a:t>
            </a:r>
            <a:r>
              <a:rPr b="0" lang="fr-FR" sz="1100" spc="-1" strike="noStrike">
                <a:solidFill>
                  <a:srgbClr val="323440"/>
                </a:solidFill>
                <a:latin typeface="Arial"/>
                <a:ea typeface="Microsoft YaHei"/>
              </a:rPr>
              <a:t> qui prévoit que les enregistrements dans le cadre d’une vidéoprotection sont conservés pendant 1 mois ; </a:t>
            </a:r>
            <a:endParaRPr b="0" lang="fr-FR" sz="1100" spc="-1" strike="noStrike">
              <a:solidFill>
                <a:srgbClr val="000000"/>
              </a:solidFill>
              <a:latin typeface="Arial"/>
            </a:endParaRPr>
          </a:p>
          <a:p>
            <a:pPr marL="457200" indent="-228600" algn="just">
              <a:lnSpc>
                <a:spcPct val="100000"/>
              </a:lnSpc>
              <a:spcBef>
                <a:spcPts val="1712"/>
              </a:spcBef>
              <a:buNone/>
              <a:tabLst>
                <a:tab algn="l" pos="0"/>
              </a:tabLst>
            </a:pPr>
            <a:r>
              <a:rPr b="0" lang="fr-FR" sz="1100" spc="-1" strike="noStrike">
                <a:solidFill>
                  <a:srgbClr val="323440"/>
                </a:solidFill>
                <a:latin typeface="Arial"/>
                <a:ea typeface="Microsoft YaHei"/>
              </a:rPr>
              <a:t>l’</a:t>
            </a:r>
            <a:r>
              <a:rPr b="0" lang="fr-FR" sz="1100" spc="-1" strike="noStrike">
                <a:solidFill>
                  <a:srgbClr val="2a7ed0"/>
                </a:solidFill>
                <a:latin typeface="Arial"/>
                <a:ea typeface="Microsoft YaHei"/>
              </a:rPr>
              <a:t>article L. 123-22 du Code de commerce </a:t>
            </a:r>
            <a:r>
              <a:rPr b="0" lang="fr-FR" sz="1100" spc="-1" strike="noStrike">
                <a:solidFill>
                  <a:srgbClr val="323440"/>
                </a:solidFill>
                <a:latin typeface="Arial"/>
                <a:ea typeface="Microsoft YaHei"/>
              </a:rPr>
              <a:t>qui prévoit que les documents comptables et les pièces justificatives sont conservés pendant 10 ans à compter de la date de la clôture de l’exercice ; </a:t>
            </a:r>
            <a:endParaRPr b="0" lang="fr-FR" sz="1100" spc="-1" strike="noStrike">
              <a:solidFill>
                <a:srgbClr val="000000"/>
              </a:solidFill>
              <a:latin typeface="Arial"/>
            </a:endParaRPr>
          </a:p>
          <a:p>
            <a:pPr marL="457200" indent="-228600" algn="just">
              <a:lnSpc>
                <a:spcPct val="100000"/>
              </a:lnSpc>
              <a:spcBef>
                <a:spcPts val="1712"/>
              </a:spcBef>
              <a:buNone/>
              <a:tabLst>
                <a:tab algn="l" pos="0"/>
              </a:tabLst>
            </a:pPr>
            <a:r>
              <a:rPr b="0" lang="fr-FR" sz="1100" spc="-1" strike="noStrike">
                <a:solidFill>
                  <a:srgbClr val="323440"/>
                </a:solidFill>
                <a:latin typeface="Arial"/>
                <a:ea typeface="Microsoft YaHei"/>
              </a:rPr>
              <a:t>l’</a:t>
            </a:r>
            <a:r>
              <a:rPr b="0" lang="fr-FR" sz="1100" spc="-1" strike="noStrike">
                <a:solidFill>
                  <a:srgbClr val="2a7ed0"/>
                </a:solidFill>
                <a:latin typeface="Arial"/>
                <a:ea typeface="Microsoft YaHei"/>
              </a:rPr>
              <a:t>article L. 3243-4 du Code du travail </a:t>
            </a:r>
            <a:r>
              <a:rPr b="0" lang="fr-FR" sz="1100" spc="-1" strike="noStrike">
                <a:solidFill>
                  <a:srgbClr val="323440"/>
                </a:solidFill>
                <a:latin typeface="Arial"/>
                <a:ea typeface="Microsoft YaHei"/>
              </a:rPr>
              <a:t>qui prévoit que l’employeur conserve un double des bulletins de paie des salariés ou des bulletins de paie remis aux salariés sous forme électronique pendant 5 ans ; </a:t>
            </a:r>
            <a:endParaRPr b="0" lang="fr-FR" sz="1100" spc="-1" strike="noStrike">
              <a:solidFill>
                <a:srgbClr val="000000"/>
              </a:solidFill>
              <a:latin typeface="Arial"/>
            </a:endParaRPr>
          </a:p>
          <a:p>
            <a:pPr marL="457200" indent="-228600" algn="just">
              <a:lnSpc>
                <a:spcPct val="100000"/>
              </a:lnSpc>
              <a:spcBef>
                <a:spcPts val="1712"/>
              </a:spcBef>
              <a:buNone/>
              <a:tabLst>
                <a:tab algn="l" pos="0"/>
              </a:tabLst>
            </a:pPr>
            <a:r>
              <a:rPr b="0" lang="fr-FR" sz="1100" spc="-1" strike="noStrike">
                <a:solidFill>
                  <a:srgbClr val="323440"/>
                </a:solidFill>
                <a:latin typeface="Arial"/>
                <a:ea typeface="Microsoft YaHei"/>
              </a:rPr>
              <a:t>aux recommandations, aux référentiels et à la documentation de la CNIL qui contiennent souvent une durée de conservation des données concernées,</a:t>
            </a:r>
            <a:endParaRPr b="0" lang="fr-FR" sz="1100" spc="-1" strike="noStrike">
              <a:solidFill>
                <a:srgbClr val="000000"/>
              </a:solidFill>
              <a:latin typeface="Arial"/>
            </a:endParaRPr>
          </a:p>
          <a:p>
            <a:pPr marL="457200" indent="-228600" algn="just">
              <a:lnSpc>
                <a:spcPct val="100000"/>
              </a:lnSpc>
              <a:spcBef>
                <a:spcPts val="1712"/>
              </a:spcBef>
              <a:buNone/>
              <a:tabLst>
                <a:tab algn="l" pos="0"/>
              </a:tabLst>
            </a:pPr>
            <a:endParaRPr b="0" lang="fr-F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PlaceHolder 1"/>
          <p:cNvSpPr>
            <a:spLocks noGrp="1"/>
          </p:cNvSpPr>
          <p:nvPr>
            <p:ph type="title"/>
          </p:nvPr>
        </p:nvSpPr>
        <p:spPr>
          <a:xfrm>
            <a:off x="457200" y="273240"/>
            <a:ext cx="8226000" cy="1141560"/>
          </a:xfrm>
          <a:prstGeom prst="rect">
            <a:avLst/>
          </a:prstGeom>
          <a:noFill/>
          <a:ln w="0">
            <a:noFill/>
          </a:ln>
        </p:spPr>
        <p:txBody>
          <a:bodyPr lIns="0" rIns="0" tIns="0" bIns="0" anchor="ctr">
            <a:noAutofit/>
          </a:bodyPr>
          <a:p>
            <a:pPr indent="0" algn="ctr">
              <a:lnSpc>
                <a:spcPct val="100000"/>
              </a:lnSpc>
              <a:buNone/>
              <a:tabLst>
                <a:tab algn="l" pos="0"/>
              </a:tabLst>
            </a:pPr>
            <a:r>
              <a:rPr b="0" lang="fr-FR" sz="3200" spc="-1" strike="noStrike">
                <a:solidFill>
                  <a:srgbClr val="000000"/>
                </a:solidFill>
                <a:latin typeface="Arial"/>
              </a:rPr>
              <a:t>La durée de conservation limitée des données</a:t>
            </a:r>
            <a:endParaRPr b="0" lang="fr-FR" sz="3200" spc="-1" strike="noStrike">
              <a:solidFill>
                <a:srgbClr val="000000"/>
              </a:solidFill>
              <a:latin typeface="Arial"/>
            </a:endParaRPr>
          </a:p>
        </p:txBody>
      </p:sp>
      <p:sp>
        <p:nvSpPr>
          <p:cNvPr id="514" name="PlaceHolder 2"/>
          <p:cNvSpPr>
            <a:spLocks noGrp="1"/>
          </p:cNvSpPr>
          <p:nvPr>
            <p:ph/>
          </p:nvPr>
        </p:nvSpPr>
        <p:spPr>
          <a:xfrm>
            <a:off x="457200" y="1604520"/>
            <a:ext cx="8226000" cy="3974040"/>
          </a:xfrm>
          <a:prstGeom prst="rect">
            <a:avLst/>
          </a:prstGeom>
          <a:noFill/>
          <a:ln w="0">
            <a:noFill/>
          </a:ln>
        </p:spPr>
        <p:txBody>
          <a:bodyPr lIns="0" rIns="0" tIns="0" bIns="0" anchor="t">
            <a:normAutofit/>
          </a:bodyPr>
          <a:p>
            <a:pPr marL="432000" indent="-324000" algn="ctr">
              <a:lnSpc>
                <a:spcPct val="100000"/>
              </a:lnSpc>
              <a:spcBef>
                <a:spcPts val="1712"/>
              </a:spcBef>
              <a:buClr>
                <a:srgbClr val="000000"/>
              </a:buClr>
              <a:buSzPct val="45000"/>
              <a:buFont typeface="Wingdings" charset="2"/>
              <a:buChar char=""/>
            </a:pPr>
            <a:r>
              <a:rPr b="0" lang="fr-FR" sz="1400" spc="-1" strike="noStrike">
                <a:solidFill>
                  <a:srgbClr val="000000"/>
                </a:solidFill>
                <a:latin typeface="Arial"/>
              </a:rPr>
              <a:t>Concrètement, comment faut-il faire ?</a:t>
            </a:r>
            <a:endParaRPr b="0" lang="fr-FR" sz="1400" spc="-1" strike="noStrike">
              <a:solidFill>
                <a:srgbClr val="000000"/>
              </a:solidFill>
              <a:latin typeface="Arial"/>
            </a:endParaRPr>
          </a:p>
          <a:p>
            <a:pPr indent="0" algn="just">
              <a:lnSpc>
                <a:spcPct val="100000"/>
              </a:lnSpc>
              <a:spcBef>
                <a:spcPts val="1712"/>
              </a:spcBef>
              <a:buNone/>
              <a:tabLst>
                <a:tab algn="l" pos="0"/>
              </a:tabLst>
            </a:pPr>
            <a:r>
              <a:rPr b="0" lang="fr-FR" sz="1100" spc="-1" strike="noStrike">
                <a:solidFill>
                  <a:srgbClr val="323440"/>
                </a:solidFill>
                <a:latin typeface="Arial"/>
              </a:rPr>
              <a:t>Si aucune de ces sources ne permet de fixer une durée de conservation, les responsables de traitement doivent la fixer eux-mêmes en fonction de la finalité poursuivie, de leurs pratiques, des besoins des opérationnels, dans le respect des principes posés par le </a:t>
            </a:r>
            <a:r>
              <a:rPr b="0" lang="fr-FR" sz="1100" spc="-1" strike="noStrike">
                <a:solidFill>
                  <a:srgbClr val="2a7ed0"/>
                </a:solidFill>
                <a:latin typeface="Arial"/>
              </a:rPr>
              <a:t>RGPD. Ils </a:t>
            </a:r>
            <a:r>
              <a:rPr b="0" lang="fr-FR" sz="1100" spc="-1" strike="noStrike">
                <a:solidFill>
                  <a:srgbClr val="323440"/>
                </a:solidFill>
                <a:latin typeface="Arial"/>
              </a:rPr>
              <a:t>peuvent alors notamment se référer </a:t>
            </a:r>
            <a:r>
              <a:rPr b="0" lang="fr-FR" sz="1100" spc="-1" strike="noStrike">
                <a:solidFill>
                  <a:srgbClr val="000000"/>
                </a:solidFill>
                <a:latin typeface="Arial"/>
              </a:rPr>
              <a:t>aux décisions de la CNIL rendues dans le cadre de son pouvoir de sanction ou de mise en demeure qui peuvent illustrer une durée de conservation excessive (par exemple les mises en demeure rendues en matière de ciblage publicitaire qui ont considéré comme excessive la durée de conservation de 13 mois des données de géolocalisation d’utilisateurs de smartphones).</a:t>
            </a:r>
            <a:endParaRPr b="0" lang="fr-FR" sz="1100" spc="-1" strike="noStrike">
              <a:solidFill>
                <a:srgbClr val="000000"/>
              </a:solidFill>
              <a:latin typeface="Arial"/>
            </a:endParaRPr>
          </a:p>
          <a:p>
            <a:pPr indent="0" algn="just">
              <a:lnSpc>
                <a:spcPct val="100000"/>
              </a:lnSpc>
              <a:spcBef>
                <a:spcPts val="1712"/>
              </a:spcBef>
              <a:buNone/>
              <a:tabLst>
                <a:tab algn="l" pos="0"/>
              </a:tabLst>
            </a:pPr>
            <a:r>
              <a:rPr b="0" lang="fr-FR" sz="1100" spc="-1" strike="noStrike">
                <a:solidFill>
                  <a:srgbClr val="000000"/>
                </a:solidFill>
                <a:latin typeface="Arial"/>
              </a:rPr>
              <a:t>Les choix, analyses, échanges internes, réflexions, consultations permettant aux responsables de traitement de fixer telle durée de conservation des données, plutôt que telle autre, doivent être justifiés par le responsable de traitement. Ils peuvent être demandés par la CNIL en cas de contrôle.</a:t>
            </a:r>
            <a:endParaRPr b="0" lang="fr-FR" sz="1100" spc="-1" strike="noStrike">
              <a:solidFill>
                <a:srgbClr val="000000"/>
              </a:solidFill>
              <a:latin typeface="Arial"/>
            </a:endParaRPr>
          </a:p>
          <a:p>
            <a:pPr indent="0" algn="just">
              <a:lnSpc>
                <a:spcPct val="100000"/>
              </a:lnSpc>
              <a:spcBef>
                <a:spcPts val="1712"/>
              </a:spcBef>
              <a:buNone/>
              <a:tabLst>
                <a:tab algn="l" pos="0"/>
              </a:tabLst>
            </a:pPr>
            <a:endParaRPr b="0" lang="fr-F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5" name="PlaceHolder 1"/>
          <p:cNvSpPr>
            <a:spLocks noGrp="1"/>
          </p:cNvSpPr>
          <p:nvPr>
            <p:ph type="title"/>
          </p:nvPr>
        </p:nvSpPr>
        <p:spPr>
          <a:xfrm>
            <a:off x="457200" y="273240"/>
            <a:ext cx="8226000" cy="1141560"/>
          </a:xfrm>
          <a:prstGeom prst="rect">
            <a:avLst/>
          </a:prstGeom>
          <a:noFill/>
          <a:ln w="0">
            <a:noFill/>
          </a:ln>
        </p:spPr>
        <p:txBody>
          <a:bodyPr lIns="0" rIns="0" tIns="0" bIns="0" anchor="ctr">
            <a:noAutofit/>
          </a:bodyPr>
          <a:p>
            <a:pPr indent="0" algn="ctr">
              <a:lnSpc>
                <a:spcPct val="100000"/>
              </a:lnSpc>
              <a:buNone/>
              <a:tabLst>
                <a:tab algn="l" pos="0"/>
              </a:tabLst>
            </a:pPr>
            <a:r>
              <a:rPr b="0" lang="fr-FR" sz="3200" spc="-1" strike="noStrike">
                <a:solidFill>
                  <a:srgbClr val="000000"/>
                </a:solidFill>
                <a:latin typeface="Arial"/>
              </a:rPr>
              <a:t>La durée de conservation limitée des données</a:t>
            </a:r>
            <a:endParaRPr b="0" lang="fr-FR" sz="3200" spc="-1" strike="noStrike">
              <a:solidFill>
                <a:srgbClr val="000000"/>
              </a:solidFill>
              <a:latin typeface="Arial"/>
            </a:endParaRPr>
          </a:p>
        </p:txBody>
      </p:sp>
      <p:sp>
        <p:nvSpPr>
          <p:cNvPr id="516" name="PlaceHolder 2"/>
          <p:cNvSpPr>
            <a:spLocks noGrp="1"/>
          </p:cNvSpPr>
          <p:nvPr>
            <p:ph/>
          </p:nvPr>
        </p:nvSpPr>
        <p:spPr>
          <a:xfrm>
            <a:off x="457200" y="1604520"/>
            <a:ext cx="8226000" cy="3974040"/>
          </a:xfrm>
          <a:prstGeom prst="rect">
            <a:avLst/>
          </a:prstGeom>
          <a:noFill/>
          <a:ln w="0">
            <a:noFill/>
          </a:ln>
        </p:spPr>
        <p:txBody>
          <a:bodyPr lIns="0" rIns="0" tIns="0" bIns="0" anchor="t">
            <a:normAutofit fontScale="68333" lnSpcReduction="20000"/>
          </a:bodyPr>
          <a:p>
            <a:pPr marL="432000" indent="-324000" algn="ctr">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Les bonnes questions à se poser</a:t>
            </a:r>
            <a:endParaRPr b="0" lang="fr-FR" sz="3870" spc="-1" strike="noStrike">
              <a:solidFill>
                <a:srgbClr val="000000"/>
              </a:solidFill>
              <a:latin typeface="Arial"/>
            </a:endParaRPr>
          </a:p>
          <a:p>
            <a:pPr marL="432000" indent="-324000">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Jusqu’à quand ai-je vraiment besoin des données pour atteindre l’objectif fixé ?</a:t>
            </a:r>
            <a:endParaRPr b="0" lang="fr-FR" sz="3870" spc="-1" strike="noStrike">
              <a:solidFill>
                <a:srgbClr val="000000"/>
              </a:solidFill>
              <a:latin typeface="Arial"/>
            </a:endParaRPr>
          </a:p>
          <a:p>
            <a:pPr marL="432000" indent="-324000">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Ai-je des obligations légales de conserver les données pendant un certain temps ?</a:t>
            </a:r>
            <a:endParaRPr b="0" lang="fr-FR" sz="3870" spc="-1" strike="noStrike">
              <a:solidFill>
                <a:srgbClr val="000000"/>
              </a:solidFill>
              <a:latin typeface="Arial"/>
            </a:endParaRPr>
          </a:p>
          <a:p>
            <a:pPr marL="432000" indent="-324000">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Dois-je conserver certaines données en vue de me protéger contre un éventuel contentieux ? Lesquelles ?</a:t>
            </a:r>
            <a:endParaRPr b="0" lang="fr-FR" sz="3870" spc="-1" strike="noStrike">
              <a:solidFill>
                <a:srgbClr val="000000"/>
              </a:solidFill>
              <a:latin typeface="Arial"/>
            </a:endParaRPr>
          </a:p>
          <a:p>
            <a:pPr marL="432000" indent="-324000">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Jusqu’à quand puis-je faire valoir ce recours en justice ?</a:t>
            </a:r>
            <a:endParaRPr b="0" lang="fr-FR" sz="3870" spc="-1" strike="noStrike">
              <a:solidFill>
                <a:srgbClr val="000000"/>
              </a:solidFill>
              <a:latin typeface="Arial"/>
            </a:endParaRPr>
          </a:p>
          <a:p>
            <a:pPr indent="0">
              <a:lnSpc>
                <a:spcPct val="100000"/>
              </a:lnSpc>
              <a:spcBef>
                <a:spcPts val="1712"/>
              </a:spcBef>
              <a:buNone/>
              <a:tabLst>
                <a:tab algn="l" pos="0"/>
              </a:tabLst>
            </a:pPr>
            <a:endParaRPr b="0" lang="fr-FR" sz="38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7" name="PlaceHolder 1"/>
          <p:cNvSpPr>
            <a:spLocks noGrp="1"/>
          </p:cNvSpPr>
          <p:nvPr>
            <p:ph type="title"/>
          </p:nvPr>
        </p:nvSpPr>
        <p:spPr>
          <a:xfrm>
            <a:off x="457200" y="273240"/>
            <a:ext cx="8226000" cy="1141560"/>
          </a:xfrm>
          <a:prstGeom prst="rect">
            <a:avLst/>
          </a:prstGeom>
          <a:noFill/>
          <a:ln w="0">
            <a:noFill/>
          </a:ln>
        </p:spPr>
        <p:txBody>
          <a:bodyPr lIns="0" rIns="0" tIns="0" bIns="0" anchor="ctr">
            <a:noAutofit/>
          </a:bodyPr>
          <a:p>
            <a:pPr indent="0" algn="ctr">
              <a:lnSpc>
                <a:spcPct val="100000"/>
              </a:lnSpc>
              <a:buNone/>
              <a:tabLst>
                <a:tab algn="l" pos="0"/>
              </a:tabLst>
            </a:pPr>
            <a:r>
              <a:rPr b="0" lang="fr-FR" sz="5660" spc="-1" strike="noStrike">
                <a:solidFill>
                  <a:srgbClr val="000000"/>
                </a:solidFill>
                <a:latin typeface="Arial"/>
              </a:rPr>
              <a:t>Le RGPD</a:t>
            </a:r>
            <a:endParaRPr b="0" lang="fr-FR" sz="5660" spc="-1" strike="noStrike">
              <a:solidFill>
                <a:srgbClr val="000000"/>
              </a:solidFill>
              <a:latin typeface="Arial"/>
            </a:endParaRPr>
          </a:p>
        </p:txBody>
      </p:sp>
      <p:pic>
        <p:nvPicPr>
          <p:cNvPr id="518" name="" descr=""/>
          <p:cNvPicPr/>
          <p:nvPr/>
        </p:nvPicPr>
        <p:blipFill>
          <a:blip r:embed="rId1"/>
          <a:stretch/>
        </p:blipFill>
        <p:spPr>
          <a:xfrm rot="85200">
            <a:off x="2285640" y="1688760"/>
            <a:ext cx="4288320" cy="448956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PlaceHolder 1"/>
          <p:cNvSpPr>
            <a:spLocks noGrp="1"/>
          </p:cNvSpPr>
          <p:nvPr>
            <p:ph type="title"/>
          </p:nvPr>
        </p:nvSpPr>
        <p:spPr>
          <a:xfrm>
            <a:off x="457200" y="273240"/>
            <a:ext cx="8226000" cy="1141560"/>
          </a:xfrm>
          <a:prstGeom prst="rect">
            <a:avLst/>
          </a:prstGeom>
          <a:noFill/>
          <a:ln w="0">
            <a:noFill/>
          </a:ln>
        </p:spPr>
        <p:txBody>
          <a:bodyPr lIns="0" rIns="0" tIns="0" bIns="0" anchor="ctr">
            <a:noAutofit/>
          </a:bodyPr>
          <a:p>
            <a:pPr indent="0" algn="ctr">
              <a:lnSpc>
                <a:spcPct val="100000"/>
              </a:lnSpc>
              <a:buNone/>
              <a:tabLst>
                <a:tab algn="l" pos="0"/>
              </a:tabLst>
            </a:pPr>
            <a:r>
              <a:rPr b="0" lang="fr-FR" sz="2800" spc="-1" strike="noStrike">
                <a:solidFill>
                  <a:srgbClr val="000000"/>
                </a:solidFill>
                <a:latin typeface="Arial"/>
              </a:rPr>
              <a:t>La sécurité et la confidentialité des données</a:t>
            </a:r>
            <a:endParaRPr b="0" lang="fr-FR" sz="2800" spc="-1" strike="noStrike">
              <a:solidFill>
                <a:srgbClr val="000000"/>
              </a:solidFill>
              <a:latin typeface="Arial"/>
            </a:endParaRPr>
          </a:p>
        </p:txBody>
      </p:sp>
      <p:sp>
        <p:nvSpPr>
          <p:cNvPr id="520" name="PlaceHolder 2"/>
          <p:cNvSpPr>
            <a:spLocks noGrp="1"/>
          </p:cNvSpPr>
          <p:nvPr>
            <p:ph/>
          </p:nvPr>
        </p:nvSpPr>
        <p:spPr>
          <a:xfrm>
            <a:off x="457200" y="1604520"/>
            <a:ext cx="8226000" cy="3974040"/>
          </a:xfrm>
          <a:prstGeom prst="rect">
            <a:avLst/>
          </a:prstGeom>
          <a:noFill/>
          <a:ln w="0">
            <a:noFill/>
          </a:ln>
        </p:spPr>
        <p:txBody>
          <a:bodyPr lIns="0" rIns="0" tIns="0" bIns="0" anchor="t">
            <a:normAutofit fontScale="42222"/>
          </a:bodyPr>
          <a:p>
            <a:pPr marL="432000" indent="-324000" algn="ctr">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L'application du principe de sécurité doit conduire une entreprise à garantir : </a:t>
            </a:r>
            <a:endParaRPr b="0" lang="fr-FR" sz="387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que les données personnelles collectées ne seront pas endommagées ou détruites, </a:t>
            </a:r>
            <a:endParaRPr b="0" lang="fr-FR" sz="387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et qu'elles ne seront par ailleurs pas communiquées à des tiers non autorisés, qu'ils s'agissent de tiers étrangers au responsable de traitement mais également de collaborateurs du responsable du traitement qui ne seraient pas non plus fondés à accéder aux données.</a:t>
            </a:r>
            <a:endParaRPr b="0" lang="fr-FR" sz="3870" spc="-1" strike="noStrike">
              <a:solidFill>
                <a:srgbClr val="000000"/>
              </a:solidFill>
              <a:latin typeface="Arial"/>
            </a:endParaRPr>
          </a:p>
          <a:p>
            <a:pPr indent="0" algn="just">
              <a:lnSpc>
                <a:spcPct val="100000"/>
              </a:lnSpc>
              <a:spcBef>
                <a:spcPts val="1712"/>
              </a:spcBef>
              <a:buNone/>
              <a:tabLst>
                <a:tab algn="l" pos="0"/>
              </a:tabLst>
            </a:pPr>
            <a:endParaRPr b="0" lang="fr-FR" sz="387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tabLst>
                <a:tab algn="l" pos="0"/>
              </a:tabLst>
            </a:pPr>
            <a:r>
              <a:rPr b="0" i="1" lang="fr-FR" sz="3200" spc="-1" strike="noStrike">
                <a:solidFill>
                  <a:srgbClr val="000000"/>
                </a:solidFill>
                <a:latin typeface="Arial"/>
              </a:rPr>
              <a:t>Exemple : Un fichier de gestion des ressources humaines mis en œuvre au sein d'une société et contenant l'information relative à la rémunération de chaque salarié ne doit pas être accessible à des personnes extérieures à la société mais ne doit pas non plus être accessible à tout collaborateur de la société, mais seulement aux collaborateurs habilités du service de gestion des ressources humaines.</a:t>
            </a:r>
            <a:endParaRPr b="0" lang="fr-FR"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1" name="PlaceHolder 1"/>
          <p:cNvSpPr>
            <a:spLocks noGrp="1"/>
          </p:cNvSpPr>
          <p:nvPr>
            <p:ph type="title"/>
          </p:nvPr>
        </p:nvSpPr>
        <p:spPr>
          <a:xfrm>
            <a:off x="457200" y="273240"/>
            <a:ext cx="8226000" cy="1141560"/>
          </a:xfrm>
          <a:prstGeom prst="rect">
            <a:avLst/>
          </a:prstGeom>
          <a:noFill/>
          <a:ln w="0">
            <a:noFill/>
          </a:ln>
        </p:spPr>
        <p:txBody>
          <a:bodyPr lIns="0" rIns="0" tIns="0" bIns="0" anchor="ctr">
            <a:noAutofit/>
          </a:bodyPr>
          <a:p>
            <a:pPr indent="0" algn="ctr">
              <a:lnSpc>
                <a:spcPct val="100000"/>
              </a:lnSpc>
              <a:buNone/>
              <a:tabLst>
                <a:tab algn="l" pos="0"/>
              </a:tabLst>
            </a:pPr>
            <a:r>
              <a:rPr b="0" lang="fr-FR" sz="2800" spc="-1" strike="noStrike">
                <a:solidFill>
                  <a:srgbClr val="000000"/>
                </a:solidFill>
                <a:latin typeface="Arial"/>
              </a:rPr>
              <a:t>La sécurité et la confidentialité des données</a:t>
            </a:r>
            <a:endParaRPr b="0" lang="fr-FR" sz="2800" spc="-1" strike="noStrike">
              <a:solidFill>
                <a:srgbClr val="000000"/>
              </a:solidFill>
              <a:latin typeface="Arial"/>
            </a:endParaRPr>
          </a:p>
        </p:txBody>
      </p:sp>
      <p:graphicFrame>
        <p:nvGraphicFramePr>
          <p:cNvPr id="522" name=""/>
          <p:cNvGraphicFramePr/>
          <p:nvPr/>
        </p:nvGraphicFramePr>
        <p:xfrm>
          <a:off x="979560" y="1186200"/>
          <a:ext cx="7464600" cy="6425640"/>
        </p:xfrm>
        <a:graphic>
          <a:graphicData uri="http://schemas.openxmlformats.org/drawingml/2006/table">
            <a:tbl>
              <a:tblPr/>
              <a:tblGrid>
                <a:gridCol w="3184920"/>
                <a:gridCol w="4280040"/>
              </a:tblGrid>
              <a:tr h="751320">
                <a:tc>
                  <a:txBody>
                    <a:bodyPr lIns="90000" rIns="90000" anchor="t">
                      <a:noAutofit/>
                    </a:bodyPr>
                    <a:p>
                      <a:pPr algn="ctr">
                        <a:lnSpc>
                          <a:spcPct val="100000"/>
                        </a:lnSpc>
                      </a:pPr>
                      <a:endParaRPr b="0" lang="fr-FR" sz="1200" spc="-1" strike="noStrike">
                        <a:solidFill>
                          <a:srgbClr val="000000"/>
                        </a:solidFill>
                        <a:latin typeface="Arial"/>
                      </a:endParaRPr>
                    </a:p>
                    <a:p>
                      <a:pPr algn="ctr">
                        <a:lnSpc>
                          <a:spcPct val="100000"/>
                        </a:lnSpc>
                      </a:pPr>
                      <a:r>
                        <a:rPr b="1" lang="fr-FR" sz="1200" spc="-1" strike="noStrike">
                          <a:solidFill>
                            <a:srgbClr val="000000"/>
                          </a:solidFill>
                          <a:latin typeface="Arial"/>
                        </a:rPr>
                        <a:t>Que faut-il faire ?</a:t>
                      </a:r>
                      <a:endParaRPr b="0" lang="fr-FR" sz="1200" spc="-1" strike="noStrike">
                        <a:solidFill>
                          <a:srgbClr val="000000"/>
                        </a:solidFill>
                        <a:latin typeface="Arial"/>
                      </a:endParaRPr>
                    </a:p>
                    <a:p>
                      <a:pPr algn="ctr">
                        <a:lnSpc>
                          <a:spcPct val="100000"/>
                        </a:lnSpc>
                      </a:pPr>
                      <a:endParaRPr b="0" lang="fr-FR"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anchor="t">
                      <a:noAutofit/>
                    </a:bodyPr>
                    <a:p>
                      <a:pPr algn="ctr">
                        <a:lnSpc>
                          <a:spcPct val="100000"/>
                        </a:lnSpc>
                      </a:pPr>
                      <a:endParaRPr b="0" lang="fr-FR" sz="1200" spc="-1" strike="noStrike">
                        <a:solidFill>
                          <a:srgbClr val="000000"/>
                        </a:solidFill>
                        <a:latin typeface="Arial"/>
                      </a:endParaRPr>
                    </a:p>
                    <a:p>
                      <a:pPr algn="ctr">
                        <a:lnSpc>
                          <a:spcPct val="100000"/>
                        </a:lnSpc>
                      </a:pPr>
                      <a:r>
                        <a:rPr b="1" lang="fr-FR" sz="1200" spc="-1" strike="noStrike">
                          <a:solidFill>
                            <a:srgbClr val="000000"/>
                          </a:solidFill>
                          <a:latin typeface="Arial"/>
                        </a:rPr>
                        <a:t>Comment ?</a:t>
                      </a:r>
                      <a:endParaRPr b="0" lang="fr-FR"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r>
              <a:tr h="2023200">
                <a:tc>
                  <a:txBody>
                    <a:bodyPr lIns="90000" rIns="90000" anchor="t">
                      <a:noAutofit/>
                    </a:bodyPr>
                    <a:p>
                      <a:pPr>
                        <a:lnSpc>
                          <a:spcPct val="100000"/>
                        </a:lnSpc>
                      </a:pPr>
                      <a:endParaRPr b="0" lang="fr-FR" sz="1200" spc="-1" strike="noStrike">
                        <a:solidFill>
                          <a:srgbClr val="000000"/>
                        </a:solidFill>
                        <a:latin typeface="Arial"/>
                      </a:endParaRPr>
                    </a:p>
                    <a:p>
                      <a:pPr algn="just">
                        <a:lnSpc>
                          <a:spcPct val="100000"/>
                        </a:lnSpc>
                      </a:pPr>
                      <a:r>
                        <a:rPr b="0" lang="fr-FR" sz="1200" spc="-1" strike="noStrike">
                          <a:solidFill>
                            <a:srgbClr val="000000"/>
                          </a:solidFill>
                          <a:latin typeface="Arial"/>
                        </a:rPr>
                        <a:t>Recenser les traitements de données à caractère personnel, automatisés ou non, les données traitées (ex : fichiers client, contrats) et les supports sur lesquels elles reposent</a:t>
                      </a:r>
                      <a:endParaRPr b="0" lang="fr-FR" sz="1200" spc="-1" strike="noStrike">
                        <a:solidFill>
                          <a:srgbClr val="000000"/>
                        </a:solidFill>
                        <a:latin typeface="Arial"/>
                      </a:endParaRPr>
                    </a:p>
                    <a:p>
                      <a:pPr algn="just">
                        <a:lnSpc>
                          <a:spcPct val="100000"/>
                        </a:lnSpc>
                      </a:pPr>
                      <a:endParaRPr b="0" lang="fr-FR" sz="218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endParaRPr b="0" lang="fr-FR" sz="1200" spc="-1" strike="noStrike">
                        <a:solidFill>
                          <a:srgbClr val="000000"/>
                        </a:solidFill>
                        <a:latin typeface="Arial"/>
                      </a:endParaRPr>
                    </a:p>
                    <a:p>
                      <a:pPr>
                        <a:lnSpc>
                          <a:spcPct val="100000"/>
                        </a:lnSpc>
                      </a:pPr>
                      <a:r>
                        <a:rPr b="0" lang="fr-FR" sz="1200" spc="-1" strike="noStrike">
                          <a:solidFill>
                            <a:srgbClr val="000000"/>
                          </a:solidFill>
                          <a:latin typeface="Arial"/>
                        </a:rPr>
                        <a:t>Lister :</a:t>
                      </a:r>
                      <a:endParaRPr b="0" lang="fr-FR" sz="1200" spc="-1" strike="noStrike">
                        <a:solidFill>
                          <a:srgbClr val="000000"/>
                        </a:solidFill>
                        <a:latin typeface="Arial"/>
                      </a:endParaRPr>
                    </a:p>
                    <a:p>
                      <a:pPr>
                        <a:lnSpc>
                          <a:spcPct val="100000"/>
                        </a:lnSpc>
                      </a:pPr>
                      <a:endParaRPr b="0" lang="fr-FR" sz="1200" spc="-1" strike="noStrike">
                        <a:solidFill>
                          <a:srgbClr val="000000"/>
                        </a:solidFill>
                        <a:latin typeface="Arial"/>
                      </a:endParaRPr>
                    </a:p>
                    <a:p>
                      <a:pPr marL="259200" indent="-129600" algn="just">
                        <a:lnSpc>
                          <a:spcPct val="100000"/>
                        </a:lnSpc>
                        <a:tabLst>
                          <a:tab algn="l" pos="0"/>
                        </a:tabLst>
                      </a:pPr>
                      <a:r>
                        <a:rPr b="0" lang="fr-FR" sz="1200" spc="-1" strike="noStrike">
                          <a:solidFill>
                            <a:srgbClr val="000000"/>
                          </a:solidFill>
                          <a:latin typeface="Arial"/>
                        </a:rPr>
                        <a:t>les matériels (ex : serveurs, ordinateurs portables, disques durs) ;</a:t>
                      </a:r>
                      <a:endParaRPr b="0" lang="fr-FR" sz="1200" spc="-1" strike="noStrike">
                        <a:solidFill>
                          <a:srgbClr val="000000"/>
                        </a:solidFill>
                        <a:latin typeface="Arial"/>
                      </a:endParaRPr>
                    </a:p>
                    <a:p>
                      <a:pPr marL="259200" indent="-129600" algn="just">
                        <a:lnSpc>
                          <a:spcPct val="100000"/>
                        </a:lnSpc>
                        <a:tabLst>
                          <a:tab algn="l" pos="0"/>
                        </a:tabLst>
                      </a:pPr>
                      <a:r>
                        <a:rPr b="0" lang="fr-FR" sz="1200" spc="-1" strike="noStrike">
                          <a:solidFill>
                            <a:srgbClr val="000000"/>
                          </a:solidFill>
                          <a:latin typeface="Arial"/>
                        </a:rPr>
                        <a:t>les logiciels (ex : système d'exploitation, logiciel métier) ; </a:t>
                      </a:r>
                      <a:endParaRPr b="0" lang="fr-FR" sz="1200" spc="-1" strike="noStrike">
                        <a:solidFill>
                          <a:srgbClr val="000000"/>
                        </a:solidFill>
                        <a:latin typeface="Arial"/>
                      </a:endParaRPr>
                    </a:p>
                    <a:p>
                      <a:pPr marL="259200" indent="-129600" algn="just">
                        <a:lnSpc>
                          <a:spcPct val="100000"/>
                        </a:lnSpc>
                        <a:tabLst>
                          <a:tab algn="l" pos="0"/>
                        </a:tabLst>
                      </a:pPr>
                      <a:r>
                        <a:rPr b="0" lang="fr-FR" sz="1200" spc="-1" strike="noStrike">
                          <a:solidFill>
                            <a:srgbClr val="000000"/>
                          </a:solidFill>
                          <a:latin typeface="Arial"/>
                        </a:rPr>
                        <a:t>les canaux de communication (ex : fibre optique, Wi-Fi, Internet) ; </a:t>
                      </a:r>
                      <a:endParaRPr b="0" lang="fr-FR" sz="1200" spc="-1" strike="noStrike">
                        <a:solidFill>
                          <a:srgbClr val="000000"/>
                        </a:solidFill>
                        <a:latin typeface="Arial"/>
                      </a:endParaRPr>
                    </a:p>
                    <a:p>
                      <a:pPr marL="259200" indent="-129600" algn="just">
                        <a:lnSpc>
                          <a:spcPct val="100000"/>
                        </a:lnSpc>
                        <a:tabLst>
                          <a:tab algn="l" pos="0"/>
                        </a:tabLst>
                      </a:pPr>
                      <a:r>
                        <a:rPr b="0" lang="fr-FR" sz="1200" spc="-1" strike="noStrike">
                          <a:solidFill>
                            <a:srgbClr val="000000"/>
                          </a:solidFill>
                          <a:latin typeface="Arial"/>
                        </a:rPr>
                        <a:t>les supports papier (ex : document imprimé, photocopie).</a:t>
                      </a:r>
                      <a:endParaRPr b="0" lang="fr-FR"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2869560">
                <a:tc>
                  <a:txBody>
                    <a:bodyPr lIns="90000" rIns="90000" anchor="t">
                      <a:noAutofit/>
                    </a:bodyPr>
                    <a:p>
                      <a:pPr>
                        <a:lnSpc>
                          <a:spcPct val="100000"/>
                        </a:lnSpc>
                      </a:pPr>
                      <a:endParaRPr b="0" lang="fr-FR" sz="1200" spc="-1" strike="noStrike">
                        <a:solidFill>
                          <a:srgbClr val="000000"/>
                        </a:solidFill>
                        <a:latin typeface="Arial"/>
                      </a:endParaRPr>
                    </a:p>
                    <a:p>
                      <a:pPr algn="just">
                        <a:lnSpc>
                          <a:spcPct val="100000"/>
                        </a:lnSpc>
                      </a:pPr>
                      <a:r>
                        <a:rPr b="0" lang="fr-FR" sz="1200" spc="-1" strike="noStrike">
                          <a:solidFill>
                            <a:srgbClr val="000000"/>
                          </a:solidFill>
                          <a:latin typeface="Arial"/>
                        </a:rPr>
                        <a:t>Identifier les impacts potentiels sur les droits et libertés des personnes concernées</a:t>
                      </a:r>
                      <a:endParaRPr b="0" lang="fr-FR" sz="1200" spc="-1" strike="noStrike">
                        <a:solidFill>
                          <a:srgbClr val="000000"/>
                        </a:solidFill>
                        <a:latin typeface="Arial"/>
                      </a:endParaRPr>
                    </a:p>
                    <a:p>
                      <a:pPr algn="just">
                        <a:lnSpc>
                          <a:spcPct val="100000"/>
                        </a:lnSpc>
                      </a:pPr>
                      <a:endParaRPr b="0" lang="fr-FR"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endParaRPr b="0" lang="fr-FR" sz="1200" spc="-1" strike="noStrike">
                        <a:solidFill>
                          <a:srgbClr val="000000"/>
                        </a:solidFill>
                        <a:latin typeface="Arial"/>
                      </a:endParaRPr>
                    </a:p>
                    <a:p>
                      <a:pPr>
                        <a:lnSpc>
                          <a:spcPct val="100000"/>
                        </a:lnSpc>
                      </a:pPr>
                      <a:r>
                        <a:rPr b="0" lang="fr-FR" sz="1200" spc="-1" strike="noStrike">
                          <a:solidFill>
                            <a:srgbClr val="000000"/>
                          </a:solidFill>
                          <a:latin typeface="Arial"/>
                        </a:rPr>
                        <a:t>Quels sont les risques :</a:t>
                      </a:r>
                      <a:endParaRPr b="0" lang="fr-FR" sz="1200" spc="-1" strike="noStrike">
                        <a:solidFill>
                          <a:srgbClr val="000000"/>
                        </a:solidFill>
                        <a:latin typeface="Arial"/>
                      </a:endParaRPr>
                    </a:p>
                    <a:p>
                      <a:pPr>
                        <a:lnSpc>
                          <a:spcPct val="100000"/>
                        </a:lnSpc>
                      </a:pPr>
                      <a:endParaRPr b="0" lang="fr-FR" sz="1200" spc="-1" strike="noStrike">
                        <a:solidFill>
                          <a:srgbClr val="000000"/>
                        </a:solidFill>
                        <a:latin typeface="Arial"/>
                      </a:endParaRPr>
                    </a:p>
                    <a:p>
                      <a:pPr marL="259200" indent="-129600" algn="just">
                        <a:lnSpc>
                          <a:spcPct val="100000"/>
                        </a:lnSpc>
                        <a:tabLst>
                          <a:tab algn="l" pos="0"/>
                        </a:tabLst>
                      </a:pPr>
                      <a:r>
                        <a:rPr b="0" lang="fr-FR" sz="1200" spc="-1" strike="noStrike">
                          <a:solidFill>
                            <a:srgbClr val="000000"/>
                          </a:solidFill>
                          <a:latin typeface="Arial"/>
                        </a:rPr>
                        <a:t>d’accès illégitime à des données (ex : usurpations d'identités consécutives à la divulgation des fiches de paie de l'ensemble des salariés d'une entreprise) ? </a:t>
                      </a:r>
                      <a:endParaRPr b="0" lang="fr-FR" sz="1200" spc="-1" strike="noStrike">
                        <a:solidFill>
                          <a:srgbClr val="000000"/>
                        </a:solidFill>
                        <a:latin typeface="Arial"/>
                      </a:endParaRPr>
                    </a:p>
                    <a:p>
                      <a:pPr marL="259200" indent="-129600" algn="just">
                        <a:lnSpc>
                          <a:spcPct val="100000"/>
                        </a:lnSpc>
                        <a:tabLst>
                          <a:tab algn="l" pos="0"/>
                        </a:tabLst>
                      </a:pPr>
                      <a:r>
                        <a:rPr b="0" lang="fr-FR" sz="1200" spc="-1" strike="noStrike">
                          <a:solidFill>
                            <a:srgbClr val="000000"/>
                          </a:solidFill>
                          <a:latin typeface="Arial"/>
                        </a:rPr>
                        <a:t>De modification non désirée de données (ex : accusation à tort d'une personne d'une faute ou d'un délit suite à la modification de journaux d'accès) ?</a:t>
                      </a:r>
                      <a:endParaRPr b="0" lang="fr-FR" sz="1200" spc="-1" strike="noStrike">
                        <a:solidFill>
                          <a:srgbClr val="000000"/>
                        </a:solidFill>
                        <a:latin typeface="Arial"/>
                      </a:endParaRPr>
                    </a:p>
                    <a:p>
                      <a:pPr marL="259200" indent="-129600" algn="just">
                        <a:lnSpc>
                          <a:spcPct val="100000"/>
                        </a:lnSpc>
                        <a:tabLst>
                          <a:tab algn="l" pos="0"/>
                        </a:tabLst>
                      </a:pPr>
                      <a:r>
                        <a:rPr b="0" lang="fr-FR" sz="1200" spc="-1" strike="noStrike">
                          <a:solidFill>
                            <a:srgbClr val="000000"/>
                          </a:solidFill>
                          <a:latin typeface="Arial"/>
                        </a:rPr>
                        <a:t>de disparition de données (ex : non-détection d'une interaction médicamenteuse du fait de l'impossibilité d'accéder au dossier électronique du patient) ?</a:t>
                      </a:r>
                      <a:endParaRPr b="0" lang="fr-FR" sz="1200" spc="-1" strike="noStrike">
                        <a:solidFill>
                          <a:srgbClr val="000000"/>
                        </a:solidFill>
                        <a:latin typeface="Arial"/>
                      </a:endParaRPr>
                    </a:p>
                    <a:p>
                      <a:pPr marL="259200" indent="-129600" algn="just">
                        <a:lnSpc>
                          <a:spcPct val="100000"/>
                        </a:lnSpc>
                        <a:tabLst>
                          <a:tab algn="l" pos="0"/>
                        </a:tabLst>
                      </a:pPr>
                      <a:endParaRPr b="0" lang="fr-FR"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433800">
                <a:tc>
                  <a:txBody>
                    <a:bodyPr lIns="90000" rIns="90000" anchor="t">
                      <a:noAutofit/>
                    </a:bodyPr>
                    <a:p>
                      <a:endParaRPr b="0" lang="fr-FR"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endParaRPr b="0" lang="fr-FR"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270000">
                <a:tc>
                  <a:txBody>
                    <a:bodyPr lIns="90000" rIns="90000" anchor="t">
                      <a:noAutofit/>
                    </a:bodyPr>
                    <a:p>
                      <a:endParaRPr b="0" lang="fr-FR"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endParaRPr b="0" lang="fr-FR"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bl>
          </a:graphicData>
        </a:graphic>
      </p:graphicFrame>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3" name="PlaceHolder 1"/>
          <p:cNvSpPr>
            <a:spLocks noGrp="1"/>
          </p:cNvSpPr>
          <p:nvPr>
            <p:ph type="title"/>
          </p:nvPr>
        </p:nvSpPr>
        <p:spPr>
          <a:xfrm>
            <a:off x="457200" y="273240"/>
            <a:ext cx="8226000" cy="1141560"/>
          </a:xfrm>
          <a:prstGeom prst="rect">
            <a:avLst/>
          </a:prstGeom>
          <a:noFill/>
          <a:ln w="0">
            <a:noFill/>
          </a:ln>
        </p:spPr>
        <p:txBody>
          <a:bodyPr lIns="0" rIns="0" tIns="0" bIns="0" anchor="ctr">
            <a:noAutofit/>
          </a:bodyPr>
          <a:p>
            <a:pPr indent="0" algn="ctr">
              <a:lnSpc>
                <a:spcPct val="100000"/>
              </a:lnSpc>
              <a:buNone/>
              <a:tabLst>
                <a:tab algn="l" pos="0"/>
              </a:tabLst>
            </a:pPr>
            <a:r>
              <a:rPr b="0" lang="fr-FR" sz="2800" spc="-1" strike="noStrike">
                <a:solidFill>
                  <a:srgbClr val="000000"/>
                </a:solidFill>
                <a:latin typeface="Arial"/>
              </a:rPr>
              <a:t>La sécurité et la confidentialité des données</a:t>
            </a:r>
            <a:endParaRPr b="0" lang="fr-FR" sz="2800" spc="-1" strike="noStrike">
              <a:solidFill>
                <a:srgbClr val="000000"/>
              </a:solidFill>
              <a:latin typeface="Arial"/>
            </a:endParaRPr>
          </a:p>
        </p:txBody>
      </p:sp>
      <p:graphicFrame>
        <p:nvGraphicFramePr>
          <p:cNvPr id="524" name=""/>
          <p:cNvGraphicFramePr/>
          <p:nvPr/>
        </p:nvGraphicFramePr>
        <p:xfrm>
          <a:off x="979920" y="1186560"/>
          <a:ext cx="7464600" cy="5593320"/>
        </p:xfrm>
        <a:graphic>
          <a:graphicData uri="http://schemas.openxmlformats.org/drawingml/2006/table">
            <a:tbl>
              <a:tblPr/>
              <a:tblGrid>
                <a:gridCol w="3184920"/>
                <a:gridCol w="4280040"/>
              </a:tblGrid>
              <a:tr h="3373200">
                <a:tc>
                  <a:txBody>
                    <a:bodyPr lIns="90000" rIns="90000" anchor="t">
                      <a:noAutofit/>
                    </a:bodyPr>
                    <a:p>
                      <a:pPr>
                        <a:lnSpc>
                          <a:spcPct val="100000"/>
                        </a:lnSpc>
                      </a:pPr>
                      <a:r>
                        <a:rPr b="0" lang="fr-FR" sz="1200" spc="-1" strike="noStrike">
                          <a:solidFill>
                            <a:srgbClr val="000000"/>
                          </a:solidFill>
                          <a:latin typeface="Arial"/>
                        </a:rPr>
                        <a:t> </a:t>
                      </a:r>
                      <a:endParaRPr b="0" lang="fr-FR" sz="1200" spc="-1" strike="noStrike">
                        <a:solidFill>
                          <a:srgbClr val="000000"/>
                        </a:solidFill>
                        <a:latin typeface="Arial"/>
                      </a:endParaRPr>
                    </a:p>
                    <a:p>
                      <a:pPr algn="just">
                        <a:lnSpc>
                          <a:spcPct val="100000"/>
                        </a:lnSpc>
                      </a:pPr>
                      <a:r>
                        <a:rPr b="0" lang="fr-FR" sz="1200" spc="-1" strike="noStrike">
                          <a:solidFill>
                            <a:srgbClr val="000000"/>
                          </a:solidFill>
                          <a:latin typeface="Arial"/>
                        </a:rPr>
                        <a:t>Identifier les menaces réalisables (qu'est-ce qui pourrait permettre que chaque évènement redouté survienne ?)</a:t>
                      </a:r>
                      <a:endParaRPr b="0" lang="fr-FR" sz="1200" spc="-1" strike="noStrike">
                        <a:solidFill>
                          <a:srgbClr val="000000"/>
                        </a:solidFill>
                        <a:latin typeface="Arial"/>
                      </a:endParaRPr>
                    </a:p>
                    <a:p>
                      <a:pPr>
                        <a:lnSpc>
                          <a:spcPct val="100000"/>
                        </a:lnSpc>
                      </a:pPr>
                      <a:endParaRPr b="0" lang="fr-FR"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anchor="t">
                      <a:noAutofit/>
                    </a:bodyPr>
                    <a:p>
                      <a:pPr>
                        <a:lnSpc>
                          <a:spcPct val="100000"/>
                        </a:lnSpc>
                      </a:pPr>
                      <a:endParaRPr b="0" lang="fr-FR" sz="1200" spc="-1" strike="noStrike">
                        <a:solidFill>
                          <a:srgbClr val="000000"/>
                        </a:solidFill>
                        <a:latin typeface="Arial"/>
                      </a:endParaRPr>
                    </a:p>
                    <a:p>
                      <a:pPr algn="just">
                        <a:lnSpc>
                          <a:spcPct val="100000"/>
                        </a:lnSpc>
                      </a:pPr>
                      <a:r>
                        <a:rPr b="0" lang="fr-FR" sz="1200" spc="-1" strike="noStrike">
                          <a:solidFill>
                            <a:srgbClr val="000000"/>
                          </a:solidFill>
                          <a:latin typeface="Arial"/>
                        </a:rPr>
                        <a:t>Ces menaces se réalisent via les supports des données (matériels, logiciels, canaux de communication, supports papier, etc.), qui peuvent être :</a:t>
                      </a:r>
                      <a:endParaRPr b="0" lang="fr-FR" sz="1200" spc="-1" strike="noStrike">
                        <a:solidFill>
                          <a:srgbClr val="000000"/>
                        </a:solidFill>
                        <a:latin typeface="Arial"/>
                      </a:endParaRPr>
                    </a:p>
                    <a:p>
                      <a:pPr marL="259200" indent="-129600" algn="just">
                        <a:lnSpc>
                          <a:spcPct val="100000"/>
                        </a:lnSpc>
                        <a:tabLst>
                          <a:tab algn="l" pos="0"/>
                        </a:tabLst>
                      </a:pPr>
                      <a:r>
                        <a:rPr b="0" lang="fr-FR" sz="1200" spc="-1" strike="noStrike">
                          <a:solidFill>
                            <a:srgbClr val="000000"/>
                          </a:solidFill>
                          <a:latin typeface="Arial"/>
                        </a:rPr>
                        <a:t>utilisés de manière inadaptée (ex : abus de droits, erreur de manipulation) ; </a:t>
                      </a:r>
                      <a:endParaRPr b="0" lang="fr-FR" sz="1200" spc="-1" strike="noStrike">
                        <a:solidFill>
                          <a:srgbClr val="000000"/>
                        </a:solidFill>
                        <a:latin typeface="Arial"/>
                      </a:endParaRPr>
                    </a:p>
                    <a:p>
                      <a:pPr marL="259200" indent="-129600" algn="just">
                        <a:lnSpc>
                          <a:spcPct val="100000"/>
                        </a:lnSpc>
                        <a:tabLst>
                          <a:tab algn="l" pos="0"/>
                        </a:tabLst>
                      </a:pPr>
                      <a:r>
                        <a:rPr b="0" lang="fr-FR" sz="1200" spc="-1" strike="noStrike">
                          <a:solidFill>
                            <a:srgbClr val="000000"/>
                          </a:solidFill>
                          <a:latin typeface="Arial"/>
                        </a:rPr>
                        <a:t>modifiés (ex : piégeage logiciel ou matériel – keylogger, installation d'un logiciel malveillant) ; </a:t>
                      </a:r>
                      <a:endParaRPr b="0" lang="fr-FR" sz="1200" spc="-1" strike="noStrike">
                        <a:solidFill>
                          <a:srgbClr val="000000"/>
                        </a:solidFill>
                        <a:latin typeface="Arial"/>
                      </a:endParaRPr>
                    </a:p>
                    <a:p>
                      <a:pPr marL="259200" indent="-129600" algn="just">
                        <a:lnSpc>
                          <a:spcPct val="100000"/>
                        </a:lnSpc>
                        <a:tabLst>
                          <a:tab algn="l" pos="0"/>
                        </a:tabLst>
                      </a:pPr>
                      <a:r>
                        <a:rPr b="0" lang="fr-FR" sz="1200" spc="-1" strike="noStrike">
                          <a:solidFill>
                            <a:srgbClr val="000000"/>
                          </a:solidFill>
                          <a:latin typeface="Arial"/>
                        </a:rPr>
                        <a:t>perdus (ex : vol d'un ordinateur portable, perte d'une clé USB) ; </a:t>
                      </a:r>
                      <a:endParaRPr b="0" lang="fr-FR" sz="1200" spc="-1" strike="noStrike">
                        <a:solidFill>
                          <a:srgbClr val="000000"/>
                        </a:solidFill>
                        <a:latin typeface="Arial"/>
                      </a:endParaRPr>
                    </a:p>
                    <a:p>
                      <a:pPr marL="259200" indent="-129600" algn="just">
                        <a:lnSpc>
                          <a:spcPct val="100000"/>
                        </a:lnSpc>
                        <a:tabLst>
                          <a:tab algn="l" pos="0"/>
                        </a:tabLst>
                      </a:pPr>
                      <a:r>
                        <a:rPr b="0" lang="fr-FR" sz="1200" spc="-1" strike="noStrike">
                          <a:solidFill>
                            <a:srgbClr val="000000"/>
                          </a:solidFill>
                          <a:latin typeface="Arial"/>
                        </a:rPr>
                        <a:t>observés (ex : observation d'un écran dans un train, géolocalisation d'un matériel) ; </a:t>
                      </a:r>
                      <a:endParaRPr b="0" lang="fr-FR" sz="1200" spc="-1" strike="noStrike">
                        <a:solidFill>
                          <a:srgbClr val="000000"/>
                        </a:solidFill>
                        <a:latin typeface="Arial"/>
                      </a:endParaRPr>
                    </a:p>
                    <a:p>
                      <a:pPr marL="259200" indent="-129600" algn="just">
                        <a:lnSpc>
                          <a:spcPct val="100000"/>
                        </a:lnSpc>
                        <a:tabLst>
                          <a:tab algn="l" pos="0"/>
                        </a:tabLst>
                      </a:pPr>
                      <a:r>
                        <a:rPr b="0" lang="fr-FR" sz="1200" spc="-1" strike="noStrike">
                          <a:solidFill>
                            <a:srgbClr val="000000"/>
                          </a:solidFill>
                          <a:latin typeface="Arial"/>
                        </a:rPr>
                        <a:t>détériorés (ex : vandalisme, dégradation du fait de l'usure naturelle) ; </a:t>
                      </a:r>
                      <a:endParaRPr b="0" lang="fr-FR" sz="1200" spc="-1" strike="noStrike">
                        <a:solidFill>
                          <a:srgbClr val="000000"/>
                        </a:solidFill>
                        <a:latin typeface="Arial"/>
                      </a:endParaRPr>
                    </a:p>
                    <a:p>
                      <a:pPr marL="259200" indent="-129600" algn="just">
                        <a:lnSpc>
                          <a:spcPct val="100000"/>
                        </a:lnSpc>
                        <a:tabLst>
                          <a:tab algn="l" pos="0"/>
                        </a:tabLst>
                      </a:pPr>
                      <a:r>
                        <a:rPr b="0" lang="fr-FR" sz="1200" spc="-1" strike="noStrike">
                          <a:solidFill>
                            <a:srgbClr val="000000"/>
                          </a:solidFill>
                          <a:latin typeface="Arial"/>
                        </a:rPr>
                        <a:t>surchargés (ex : unité de stockage pleine, attaque par dénis de service).</a:t>
                      </a:r>
                      <a:endParaRPr b="0" lang="fr-FR" sz="1200" spc="-1" strike="noStrike">
                        <a:solidFill>
                          <a:srgbClr val="000000"/>
                        </a:solidFill>
                        <a:latin typeface="Arial"/>
                      </a:endParaRPr>
                    </a:p>
                    <a:p>
                      <a:pPr marL="259200" indent="-129600" algn="just">
                        <a:lnSpc>
                          <a:spcPct val="100000"/>
                        </a:lnSpc>
                        <a:tabLst>
                          <a:tab algn="l" pos="0"/>
                        </a:tabLst>
                      </a:pPr>
                      <a:endParaRPr b="0" lang="fr-FR"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r>
              <a:tr h="2220120">
                <a:tc>
                  <a:txBody>
                    <a:bodyPr lIns="90000" rIns="90000" anchor="t">
                      <a:noAutofit/>
                    </a:bodyPr>
                    <a:p>
                      <a:pPr>
                        <a:lnSpc>
                          <a:spcPct val="100000"/>
                        </a:lnSpc>
                      </a:pPr>
                      <a:endParaRPr b="0" lang="fr-FR" sz="1200" spc="-1" strike="noStrike">
                        <a:solidFill>
                          <a:srgbClr val="000000"/>
                        </a:solidFill>
                        <a:latin typeface="Arial"/>
                      </a:endParaRPr>
                    </a:p>
                    <a:p>
                      <a:pPr algn="just">
                        <a:lnSpc>
                          <a:spcPct val="100000"/>
                        </a:lnSpc>
                      </a:pPr>
                      <a:r>
                        <a:rPr b="0" lang="fr-FR" sz="1200" spc="-1" strike="noStrike">
                          <a:solidFill>
                            <a:srgbClr val="000000"/>
                          </a:solidFill>
                          <a:latin typeface="Arial"/>
                        </a:rPr>
                        <a:t>Déterminer les mesures existantes ou prévues qui permettent de traiter chaque risque</a:t>
                      </a:r>
                      <a:endParaRPr b="0" lang="fr-FR" sz="1200" spc="-1" strike="noStrike">
                        <a:solidFill>
                          <a:srgbClr val="000000"/>
                        </a:solidFill>
                        <a:latin typeface="Arial"/>
                      </a:endParaRPr>
                    </a:p>
                    <a:p>
                      <a:pPr>
                        <a:lnSpc>
                          <a:spcPct val="100000"/>
                        </a:lnSpc>
                      </a:pPr>
                      <a:endParaRPr b="0" lang="fr-FR"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endParaRPr b="0" lang="fr-FR" sz="1200" spc="-1" strike="noStrike">
                        <a:solidFill>
                          <a:srgbClr val="000000"/>
                        </a:solidFill>
                        <a:latin typeface="Arial"/>
                      </a:endParaRPr>
                    </a:p>
                    <a:p>
                      <a:pPr>
                        <a:lnSpc>
                          <a:spcPct val="100000"/>
                        </a:lnSpc>
                      </a:pPr>
                      <a:r>
                        <a:rPr b="0" lang="fr-FR" sz="1200" spc="-1" strike="noStrike">
                          <a:solidFill>
                            <a:srgbClr val="000000"/>
                          </a:solidFill>
                          <a:latin typeface="Arial"/>
                        </a:rPr>
                        <a:t>Les mesures suivantes pourront notamment être mises en œuvre : </a:t>
                      </a:r>
                      <a:endParaRPr b="0" lang="fr-FR" sz="1200" spc="-1" strike="noStrike">
                        <a:solidFill>
                          <a:srgbClr val="000000"/>
                        </a:solidFill>
                        <a:latin typeface="Arial"/>
                      </a:endParaRPr>
                    </a:p>
                    <a:p>
                      <a:pPr>
                        <a:lnSpc>
                          <a:spcPct val="100000"/>
                        </a:lnSpc>
                      </a:pPr>
                      <a:endParaRPr b="0" lang="fr-FR" sz="1200" spc="-1" strike="noStrike">
                        <a:solidFill>
                          <a:srgbClr val="000000"/>
                        </a:solidFill>
                        <a:latin typeface="Arial"/>
                      </a:endParaRPr>
                    </a:p>
                    <a:p>
                      <a:pPr>
                        <a:lnSpc>
                          <a:spcPct val="100000"/>
                        </a:lnSpc>
                      </a:pPr>
                      <a:r>
                        <a:rPr b="0" lang="fr-FR" sz="1200" spc="-1" strike="noStrike">
                          <a:solidFill>
                            <a:srgbClr val="000000"/>
                          </a:solidFill>
                          <a:latin typeface="Arial"/>
                        </a:rPr>
                        <a:t>contrôle d'accès, </a:t>
                      </a:r>
                      <a:endParaRPr b="0" lang="fr-FR" sz="1200" spc="-1" strike="noStrike">
                        <a:solidFill>
                          <a:srgbClr val="000000"/>
                        </a:solidFill>
                        <a:latin typeface="Arial"/>
                      </a:endParaRPr>
                    </a:p>
                    <a:p>
                      <a:pPr>
                        <a:lnSpc>
                          <a:spcPct val="100000"/>
                        </a:lnSpc>
                      </a:pPr>
                      <a:r>
                        <a:rPr b="0" lang="fr-FR" sz="1200" spc="-1" strike="noStrike">
                          <a:solidFill>
                            <a:srgbClr val="000000"/>
                          </a:solidFill>
                          <a:latin typeface="Arial"/>
                        </a:rPr>
                        <a:t>sauvegardes, </a:t>
                      </a:r>
                      <a:endParaRPr b="0" lang="fr-FR" sz="1200" spc="-1" strike="noStrike">
                        <a:solidFill>
                          <a:srgbClr val="000000"/>
                        </a:solidFill>
                        <a:latin typeface="Arial"/>
                      </a:endParaRPr>
                    </a:p>
                    <a:p>
                      <a:pPr>
                        <a:lnSpc>
                          <a:spcPct val="100000"/>
                        </a:lnSpc>
                      </a:pPr>
                      <a:r>
                        <a:rPr b="0" lang="fr-FR" sz="1200" spc="-1" strike="noStrike">
                          <a:solidFill>
                            <a:srgbClr val="000000"/>
                          </a:solidFill>
                          <a:latin typeface="Arial"/>
                        </a:rPr>
                        <a:t>traçabilité, </a:t>
                      </a:r>
                      <a:endParaRPr b="0" lang="fr-FR" sz="1200" spc="-1" strike="noStrike">
                        <a:solidFill>
                          <a:srgbClr val="000000"/>
                        </a:solidFill>
                        <a:latin typeface="Arial"/>
                      </a:endParaRPr>
                    </a:p>
                    <a:p>
                      <a:pPr>
                        <a:lnSpc>
                          <a:spcPct val="100000"/>
                        </a:lnSpc>
                      </a:pPr>
                      <a:r>
                        <a:rPr b="0" lang="fr-FR" sz="1200" spc="-1" strike="noStrike">
                          <a:solidFill>
                            <a:srgbClr val="000000"/>
                          </a:solidFill>
                          <a:latin typeface="Arial"/>
                        </a:rPr>
                        <a:t>sécurité des locaux, </a:t>
                      </a:r>
                      <a:endParaRPr b="0" lang="fr-FR" sz="1200" spc="-1" strike="noStrike">
                        <a:solidFill>
                          <a:srgbClr val="000000"/>
                        </a:solidFill>
                        <a:latin typeface="Arial"/>
                      </a:endParaRPr>
                    </a:p>
                    <a:p>
                      <a:pPr>
                        <a:lnSpc>
                          <a:spcPct val="100000"/>
                        </a:lnSpc>
                      </a:pPr>
                      <a:r>
                        <a:rPr b="0" lang="fr-FR" sz="1200" spc="-1" strike="noStrike">
                          <a:solidFill>
                            <a:srgbClr val="000000"/>
                          </a:solidFill>
                          <a:latin typeface="Arial"/>
                        </a:rPr>
                        <a:t>chiffrement, </a:t>
                      </a:r>
                      <a:endParaRPr b="0" lang="fr-FR" sz="1200" spc="-1" strike="noStrike">
                        <a:solidFill>
                          <a:srgbClr val="000000"/>
                        </a:solidFill>
                        <a:latin typeface="Arial"/>
                      </a:endParaRPr>
                    </a:p>
                    <a:p>
                      <a:pPr>
                        <a:lnSpc>
                          <a:spcPct val="100000"/>
                        </a:lnSpc>
                      </a:pPr>
                      <a:r>
                        <a:rPr b="0" lang="fr-FR" sz="1200" spc="-1" strike="noStrike">
                          <a:solidFill>
                            <a:srgbClr val="000000"/>
                          </a:solidFill>
                          <a:latin typeface="Arial"/>
                        </a:rPr>
                        <a:t>anonymisation.</a:t>
                      </a:r>
                      <a:endParaRPr b="0" lang="fr-FR" sz="1200" spc="-1" strike="noStrike">
                        <a:solidFill>
                          <a:srgbClr val="000000"/>
                        </a:solidFill>
                        <a:latin typeface="Arial"/>
                      </a:endParaRPr>
                    </a:p>
                    <a:p>
                      <a:pPr>
                        <a:lnSpc>
                          <a:spcPct val="100000"/>
                        </a:lnSpc>
                      </a:pPr>
                      <a:endParaRPr b="0" lang="fr-FR"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bl>
          </a:graphicData>
        </a:graphic>
      </p:graphicFrame>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PlaceHolder 1"/>
          <p:cNvSpPr>
            <a:spLocks noGrp="1"/>
          </p:cNvSpPr>
          <p:nvPr>
            <p:ph type="title"/>
          </p:nvPr>
        </p:nvSpPr>
        <p:spPr>
          <a:xfrm>
            <a:off x="457200" y="273240"/>
            <a:ext cx="8226000" cy="806760"/>
          </a:xfrm>
          <a:prstGeom prst="rect">
            <a:avLst/>
          </a:prstGeom>
          <a:noFill/>
          <a:ln w="0">
            <a:noFill/>
          </a:ln>
        </p:spPr>
        <p:txBody>
          <a:bodyPr lIns="0" rIns="0" tIns="0" bIns="0" anchor="ctr">
            <a:noAutofit/>
          </a:bodyPr>
          <a:p>
            <a:pPr indent="0" algn="ctr">
              <a:lnSpc>
                <a:spcPct val="100000"/>
              </a:lnSpc>
              <a:buNone/>
              <a:tabLst>
                <a:tab algn="l" pos="0"/>
              </a:tabLst>
            </a:pPr>
            <a:r>
              <a:rPr b="0" lang="fr-FR" sz="2800" spc="-1" strike="noStrike">
                <a:solidFill>
                  <a:srgbClr val="000000"/>
                </a:solidFill>
                <a:latin typeface="Arial"/>
              </a:rPr>
              <a:t>La sécurité et la confidentialité des données</a:t>
            </a:r>
            <a:endParaRPr b="0" lang="fr-FR" sz="2800" spc="-1" strike="noStrike">
              <a:solidFill>
                <a:srgbClr val="000000"/>
              </a:solidFill>
              <a:latin typeface="Arial"/>
            </a:endParaRPr>
          </a:p>
        </p:txBody>
      </p:sp>
      <p:sp>
        <p:nvSpPr>
          <p:cNvPr id="526" name="PlaceHolder 2"/>
          <p:cNvSpPr>
            <a:spLocks noGrp="1"/>
          </p:cNvSpPr>
          <p:nvPr>
            <p:ph/>
          </p:nvPr>
        </p:nvSpPr>
        <p:spPr>
          <a:xfrm>
            <a:off x="457200" y="1260000"/>
            <a:ext cx="8226000" cy="5220000"/>
          </a:xfrm>
          <a:prstGeom prst="rect">
            <a:avLst/>
          </a:prstGeom>
          <a:noFill/>
          <a:ln w="0">
            <a:noFill/>
          </a:ln>
        </p:spPr>
        <p:txBody>
          <a:bodyPr lIns="0" rIns="0" tIns="0" bIns="0" anchor="t">
            <a:normAutofit fontScale="37222" lnSpcReduction="20000"/>
          </a:bodyPr>
          <a:p>
            <a:pPr marL="432000" indent="0" algn="ctr">
              <a:lnSpc>
                <a:spcPct val="100000"/>
              </a:lnSpc>
              <a:spcBef>
                <a:spcPts val="1712"/>
              </a:spcBef>
              <a:buNone/>
            </a:pPr>
            <a:r>
              <a:rPr b="0" lang="fr-FR" sz="3870" spc="-1" strike="noStrike">
                <a:solidFill>
                  <a:srgbClr val="000000"/>
                </a:solidFill>
                <a:latin typeface="Arial"/>
              </a:rPr>
              <a:t>Même si les attaquants sont très compétents et parfaitement équipés, ils privilégient souvent les attaques les plus faciles à réaliser. Les 12 règles essentielles, L’ANSSI et la CPME présentent en détail les règles pour la sécurité des systèmes d’information des petites et moyennes entreprises dans leur Guide des bonnes pratiques de l’informatique :</a:t>
            </a:r>
            <a:endParaRPr b="0" lang="fr-FR" sz="3870" spc="-1" strike="noStrike">
              <a:solidFill>
                <a:srgbClr val="000000"/>
              </a:solidFill>
              <a:latin typeface="Arial"/>
            </a:endParaRPr>
          </a:p>
          <a:p>
            <a:pPr marL="432000" indent="-324000">
              <a:lnSpc>
                <a:spcPct val="100000"/>
              </a:lnSpc>
              <a:spcBef>
                <a:spcPts val="1712"/>
              </a:spcBef>
              <a:buClr>
                <a:srgbClr val="000000"/>
              </a:buClr>
              <a:buFont typeface="StarSymbol"/>
              <a:buAutoNum type="arabicParenR"/>
            </a:pPr>
            <a:r>
              <a:rPr b="0" lang="fr-FR" sz="3870" spc="-1" strike="noStrike">
                <a:solidFill>
                  <a:srgbClr val="000000"/>
                </a:solidFill>
                <a:latin typeface="Arial"/>
              </a:rPr>
              <a:t> </a:t>
            </a:r>
            <a:r>
              <a:rPr b="0" lang="fr-FR" sz="3870" spc="-1" strike="noStrike">
                <a:solidFill>
                  <a:srgbClr val="000000"/>
                </a:solidFill>
                <a:latin typeface="Arial"/>
              </a:rPr>
              <a:t>Choisir avec soin ses mots de passe </a:t>
            </a:r>
            <a:endParaRPr b="0" lang="fr-FR" sz="3870" spc="-1" strike="noStrike">
              <a:solidFill>
                <a:srgbClr val="000000"/>
              </a:solidFill>
              <a:latin typeface="Arial"/>
            </a:endParaRPr>
          </a:p>
          <a:p>
            <a:pPr marL="432000" indent="-324000">
              <a:lnSpc>
                <a:spcPct val="100000"/>
              </a:lnSpc>
              <a:spcBef>
                <a:spcPts val="1712"/>
              </a:spcBef>
              <a:buClr>
                <a:srgbClr val="000000"/>
              </a:buClr>
              <a:buFont typeface="StarSymbol"/>
              <a:buAutoNum type="arabicParenR"/>
            </a:pPr>
            <a:r>
              <a:rPr b="0" lang="fr-FR" sz="3870" spc="-1" strike="noStrike">
                <a:solidFill>
                  <a:srgbClr val="000000"/>
                </a:solidFill>
                <a:latin typeface="Arial"/>
              </a:rPr>
              <a:t> </a:t>
            </a:r>
            <a:r>
              <a:rPr b="0" lang="fr-FR" sz="3870" spc="-1" strike="noStrike">
                <a:solidFill>
                  <a:srgbClr val="000000"/>
                </a:solidFill>
                <a:latin typeface="Arial"/>
              </a:rPr>
              <a:t>Mettre à jour régulièrement vos logiciels</a:t>
            </a:r>
            <a:endParaRPr b="0" lang="fr-FR" sz="3870" spc="-1" strike="noStrike">
              <a:solidFill>
                <a:srgbClr val="000000"/>
              </a:solidFill>
              <a:latin typeface="Arial"/>
            </a:endParaRPr>
          </a:p>
          <a:p>
            <a:pPr marL="432000" indent="-324000">
              <a:lnSpc>
                <a:spcPct val="100000"/>
              </a:lnSpc>
              <a:spcBef>
                <a:spcPts val="1712"/>
              </a:spcBef>
              <a:buClr>
                <a:srgbClr val="000000"/>
              </a:buClr>
              <a:buFont typeface="StarSymbol"/>
              <a:buAutoNum type="arabicParenR"/>
            </a:pPr>
            <a:r>
              <a:rPr b="0" lang="fr-FR" sz="3870" spc="-1" strike="noStrike">
                <a:solidFill>
                  <a:srgbClr val="000000"/>
                </a:solidFill>
                <a:latin typeface="Arial"/>
              </a:rPr>
              <a:t> </a:t>
            </a:r>
            <a:r>
              <a:rPr b="0" lang="fr-FR" sz="3870" spc="-1" strike="noStrike">
                <a:solidFill>
                  <a:srgbClr val="000000"/>
                </a:solidFill>
                <a:latin typeface="Arial"/>
              </a:rPr>
              <a:t>Bien connaître ses utilisateurs et ses prestataires</a:t>
            </a:r>
            <a:endParaRPr b="0" lang="fr-FR" sz="3870" spc="-1" strike="noStrike">
              <a:solidFill>
                <a:srgbClr val="000000"/>
              </a:solidFill>
              <a:latin typeface="Arial"/>
            </a:endParaRPr>
          </a:p>
          <a:p>
            <a:pPr marL="432000" indent="-324000">
              <a:lnSpc>
                <a:spcPct val="100000"/>
              </a:lnSpc>
              <a:spcBef>
                <a:spcPts val="1712"/>
              </a:spcBef>
              <a:buClr>
                <a:srgbClr val="000000"/>
              </a:buClr>
              <a:buFont typeface="StarSymbol"/>
              <a:buAutoNum type="arabicParenR"/>
            </a:pPr>
            <a:r>
              <a:rPr b="0" lang="fr-FR" sz="3870" spc="-1" strike="noStrike">
                <a:solidFill>
                  <a:srgbClr val="000000"/>
                </a:solidFill>
                <a:latin typeface="Arial"/>
              </a:rPr>
              <a:t> </a:t>
            </a:r>
            <a:r>
              <a:rPr b="0" lang="fr-FR" sz="3870" spc="-1" strike="noStrike">
                <a:solidFill>
                  <a:srgbClr val="000000"/>
                </a:solidFill>
                <a:latin typeface="Arial"/>
              </a:rPr>
              <a:t>Effectuer des sauvegardes régulières</a:t>
            </a:r>
            <a:endParaRPr b="0" lang="fr-FR" sz="3870" spc="-1" strike="noStrike">
              <a:solidFill>
                <a:srgbClr val="000000"/>
              </a:solidFill>
              <a:latin typeface="Arial"/>
            </a:endParaRPr>
          </a:p>
          <a:p>
            <a:pPr marL="432000" indent="-324000">
              <a:lnSpc>
                <a:spcPct val="100000"/>
              </a:lnSpc>
              <a:spcBef>
                <a:spcPts val="1712"/>
              </a:spcBef>
              <a:buClr>
                <a:srgbClr val="000000"/>
              </a:buClr>
              <a:buFont typeface="StarSymbol"/>
              <a:buAutoNum type="arabicParenR"/>
            </a:pPr>
            <a:r>
              <a:rPr b="0" lang="fr-FR" sz="3870" spc="-1" strike="noStrike">
                <a:solidFill>
                  <a:srgbClr val="000000"/>
                </a:solidFill>
                <a:latin typeface="Arial"/>
              </a:rPr>
              <a:t> </a:t>
            </a:r>
            <a:r>
              <a:rPr b="0" lang="fr-FR" sz="3870" spc="-1" strike="noStrike">
                <a:solidFill>
                  <a:srgbClr val="000000"/>
                </a:solidFill>
                <a:latin typeface="Arial"/>
              </a:rPr>
              <a:t>Sécuriser l’accès Wi-Fi de votre entreprise </a:t>
            </a:r>
            <a:endParaRPr b="0" lang="fr-FR" sz="3870" spc="-1" strike="noStrike">
              <a:solidFill>
                <a:srgbClr val="000000"/>
              </a:solidFill>
              <a:latin typeface="Arial"/>
            </a:endParaRPr>
          </a:p>
          <a:p>
            <a:pPr marL="432000" indent="-324000">
              <a:lnSpc>
                <a:spcPct val="100000"/>
              </a:lnSpc>
              <a:spcBef>
                <a:spcPts val="1712"/>
              </a:spcBef>
              <a:buClr>
                <a:srgbClr val="000000"/>
              </a:buClr>
              <a:buFont typeface="StarSymbol"/>
              <a:buAutoNum type="arabicParenR"/>
            </a:pPr>
            <a:r>
              <a:rPr b="0" lang="fr-FR" sz="3870" spc="-1" strike="noStrike">
                <a:solidFill>
                  <a:srgbClr val="000000"/>
                </a:solidFill>
                <a:latin typeface="Arial"/>
              </a:rPr>
              <a:t> </a:t>
            </a:r>
            <a:r>
              <a:rPr b="0" lang="fr-FR" sz="3870" spc="-1" strike="noStrike">
                <a:solidFill>
                  <a:srgbClr val="000000"/>
                </a:solidFill>
                <a:latin typeface="Arial"/>
              </a:rPr>
              <a:t>Être aussi prudent avec son ordiphone (smartphone) ou sa tablette qu’avec son ordinateur</a:t>
            </a:r>
            <a:endParaRPr b="0" lang="fr-FR" sz="3870" spc="-1" strike="noStrike">
              <a:solidFill>
                <a:srgbClr val="000000"/>
              </a:solidFill>
              <a:latin typeface="Arial"/>
            </a:endParaRPr>
          </a:p>
          <a:p>
            <a:pPr marL="432000" indent="-324000">
              <a:lnSpc>
                <a:spcPct val="100000"/>
              </a:lnSpc>
              <a:spcBef>
                <a:spcPts val="1712"/>
              </a:spcBef>
              <a:buClr>
                <a:srgbClr val="000000"/>
              </a:buClr>
              <a:buFont typeface="StarSymbol"/>
              <a:buAutoNum type="arabicParenR"/>
            </a:pPr>
            <a:r>
              <a:rPr b="0" lang="fr-FR" sz="3870" spc="-1" strike="noStrike">
                <a:solidFill>
                  <a:srgbClr val="000000"/>
                </a:solidFill>
                <a:latin typeface="Arial"/>
              </a:rPr>
              <a:t> </a:t>
            </a:r>
            <a:r>
              <a:rPr b="0" lang="fr-FR" sz="3870" spc="-1" strike="noStrike">
                <a:solidFill>
                  <a:srgbClr val="000000"/>
                </a:solidFill>
                <a:latin typeface="Arial"/>
              </a:rPr>
              <a:t>Protéger ses données lors de ses déplacements</a:t>
            </a:r>
            <a:endParaRPr b="0" lang="fr-FR" sz="3870" spc="-1" strike="noStrike">
              <a:solidFill>
                <a:srgbClr val="000000"/>
              </a:solidFill>
              <a:latin typeface="Arial"/>
            </a:endParaRPr>
          </a:p>
          <a:p>
            <a:pPr marL="432000" indent="-324000">
              <a:lnSpc>
                <a:spcPct val="100000"/>
              </a:lnSpc>
              <a:spcBef>
                <a:spcPts val="1712"/>
              </a:spcBef>
              <a:buClr>
                <a:srgbClr val="000000"/>
              </a:buClr>
              <a:buFont typeface="StarSymbol"/>
              <a:buAutoNum type="arabicParenR"/>
            </a:pPr>
            <a:r>
              <a:rPr b="0" lang="fr-FR" sz="3870" spc="-1" strike="noStrike">
                <a:solidFill>
                  <a:srgbClr val="000000"/>
                </a:solidFill>
                <a:latin typeface="Arial"/>
              </a:rPr>
              <a:t> </a:t>
            </a:r>
            <a:r>
              <a:rPr b="0" lang="fr-FR" sz="3870" spc="-1" strike="noStrike">
                <a:solidFill>
                  <a:srgbClr val="000000"/>
                </a:solidFill>
                <a:latin typeface="Arial"/>
              </a:rPr>
              <a:t>Être prudent lors de l’utilisation de sa messagerie</a:t>
            </a:r>
            <a:endParaRPr b="0" lang="fr-FR" sz="3870" spc="-1" strike="noStrike">
              <a:solidFill>
                <a:srgbClr val="000000"/>
              </a:solidFill>
              <a:latin typeface="Arial"/>
            </a:endParaRPr>
          </a:p>
          <a:p>
            <a:pPr marL="432000" indent="-324000">
              <a:lnSpc>
                <a:spcPct val="100000"/>
              </a:lnSpc>
              <a:spcBef>
                <a:spcPts val="1712"/>
              </a:spcBef>
              <a:buClr>
                <a:srgbClr val="000000"/>
              </a:buClr>
              <a:buFont typeface="StarSymbol"/>
              <a:buAutoNum type="arabicParenR"/>
            </a:pPr>
            <a:r>
              <a:rPr b="0" lang="fr-FR" sz="3870" spc="-1" strike="noStrike">
                <a:solidFill>
                  <a:srgbClr val="000000"/>
                </a:solidFill>
                <a:latin typeface="Arial"/>
              </a:rPr>
              <a:t> </a:t>
            </a:r>
            <a:r>
              <a:rPr b="0" lang="fr-FR" sz="3870" spc="-1" strike="noStrike">
                <a:solidFill>
                  <a:srgbClr val="000000"/>
                </a:solidFill>
                <a:latin typeface="Arial"/>
              </a:rPr>
              <a:t>Télécharger ses programmes sur les sites officiels des éditeurs</a:t>
            </a:r>
            <a:endParaRPr b="0" lang="fr-FR" sz="3870" spc="-1" strike="noStrike">
              <a:solidFill>
                <a:srgbClr val="000000"/>
              </a:solidFill>
              <a:latin typeface="Arial"/>
            </a:endParaRPr>
          </a:p>
          <a:p>
            <a:pPr marL="432000" indent="-324000">
              <a:lnSpc>
                <a:spcPct val="100000"/>
              </a:lnSpc>
              <a:spcBef>
                <a:spcPts val="1712"/>
              </a:spcBef>
              <a:buClr>
                <a:srgbClr val="000000"/>
              </a:buClr>
              <a:buFont typeface="StarSymbol"/>
              <a:buAutoNum type="arabicParenR"/>
            </a:pPr>
            <a:r>
              <a:rPr b="0" lang="fr-FR" sz="3870" spc="-1" strike="noStrike">
                <a:solidFill>
                  <a:srgbClr val="000000"/>
                </a:solidFill>
                <a:latin typeface="Arial"/>
              </a:rPr>
              <a:t> </a:t>
            </a:r>
            <a:r>
              <a:rPr b="0" lang="fr-FR" sz="3870" spc="-1" strike="noStrike">
                <a:solidFill>
                  <a:srgbClr val="000000"/>
                </a:solidFill>
                <a:latin typeface="Arial"/>
              </a:rPr>
              <a:t>Être vigilant lors d’un paiement sur Internet</a:t>
            </a:r>
            <a:endParaRPr b="0" lang="fr-FR" sz="3870" spc="-1" strike="noStrike">
              <a:solidFill>
                <a:srgbClr val="000000"/>
              </a:solidFill>
              <a:latin typeface="Arial"/>
            </a:endParaRPr>
          </a:p>
          <a:p>
            <a:pPr marL="432000" indent="-324000">
              <a:lnSpc>
                <a:spcPct val="100000"/>
              </a:lnSpc>
              <a:spcBef>
                <a:spcPts val="1712"/>
              </a:spcBef>
              <a:buClr>
                <a:srgbClr val="000000"/>
              </a:buClr>
              <a:buFont typeface="StarSymbol"/>
              <a:buAutoNum type="arabicParenR"/>
            </a:pPr>
            <a:r>
              <a:rPr b="0" lang="fr-FR" sz="3870" spc="-1" strike="noStrike">
                <a:solidFill>
                  <a:srgbClr val="000000"/>
                </a:solidFill>
                <a:latin typeface="Arial"/>
              </a:rPr>
              <a:t> </a:t>
            </a:r>
            <a:r>
              <a:rPr b="0" lang="fr-FR" sz="3870" spc="-1" strike="noStrike">
                <a:solidFill>
                  <a:srgbClr val="000000"/>
                </a:solidFill>
                <a:latin typeface="Arial"/>
              </a:rPr>
              <a:t>Séparer les usages personnels des usages professionnels</a:t>
            </a:r>
            <a:endParaRPr b="0" lang="fr-FR" sz="3870" spc="-1" strike="noStrike">
              <a:solidFill>
                <a:srgbClr val="000000"/>
              </a:solidFill>
              <a:latin typeface="Arial"/>
            </a:endParaRPr>
          </a:p>
          <a:p>
            <a:pPr marL="432000" indent="-324000">
              <a:lnSpc>
                <a:spcPct val="100000"/>
              </a:lnSpc>
              <a:spcBef>
                <a:spcPts val="1712"/>
              </a:spcBef>
              <a:buClr>
                <a:srgbClr val="000000"/>
              </a:buClr>
              <a:buFont typeface="StarSymbol"/>
              <a:buAutoNum type="arabicParenR"/>
            </a:pPr>
            <a:r>
              <a:rPr b="0" lang="fr-FR" sz="3870" spc="-1" strike="noStrike">
                <a:solidFill>
                  <a:srgbClr val="000000"/>
                </a:solidFill>
                <a:latin typeface="Arial"/>
              </a:rPr>
              <a:t>   </a:t>
            </a:r>
            <a:r>
              <a:rPr b="0" lang="fr-FR" sz="3870" spc="-1" strike="noStrike">
                <a:solidFill>
                  <a:srgbClr val="000000"/>
                </a:solidFill>
                <a:latin typeface="Arial"/>
              </a:rPr>
              <a:t>Prendre soin de ses informations personnelles, professionnelles et de son identité numérique</a:t>
            </a:r>
            <a:endParaRPr b="0" lang="fr-FR" sz="38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7" name="PlaceHolder 1"/>
          <p:cNvSpPr>
            <a:spLocks noGrp="1"/>
          </p:cNvSpPr>
          <p:nvPr>
            <p:ph type="title"/>
          </p:nvPr>
        </p:nvSpPr>
        <p:spPr>
          <a:xfrm>
            <a:off x="457200" y="273240"/>
            <a:ext cx="8226000" cy="1141560"/>
          </a:xfrm>
          <a:prstGeom prst="rect">
            <a:avLst/>
          </a:prstGeom>
          <a:noFill/>
          <a:ln w="0">
            <a:noFill/>
          </a:ln>
        </p:spPr>
        <p:txBody>
          <a:bodyPr lIns="0" rIns="0" tIns="0" bIns="0" anchor="ctr">
            <a:noAutofit/>
          </a:bodyPr>
          <a:p>
            <a:pPr indent="0" algn="ctr">
              <a:lnSpc>
                <a:spcPct val="100000"/>
              </a:lnSpc>
              <a:buNone/>
              <a:tabLst>
                <a:tab algn="l" pos="0"/>
              </a:tabLst>
            </a:pPr>
            <a:r>
              <a:rPr b="0" lang="fr-FR" sz="2800" spc="-1" strike="noStrike">
                <a:solidFill>
                  <a:srgbClr val="000000"/>
                </a:solidFill>
                <a:latin typeface="Arial"/>
              </a:rPr>
              <a:t>La sécurité et la confidentialité des données</a:t>
            </a:r>
            <a:endParaRPr b="0" lang="fr-FR" sz="2800" spc="-1" strike="noStrike">
              <a:solidFill>
                <a:srgbClr val="000000"/>
              </a:solidFill>
              <a:latin typeface="Arial"/>
            </a:endParaRPr>
          </a:p>
        </p:txBody>
      </p:sp>
      <p:sp>
        <p:nvSpPr>
          <p:cNvPr id="528" name="PlaceHolder 2"/>
          <p:cNvSpPr>
            <a:spLocks noGrp="1"/>
          </p:cNvSpPr>
          <p:nvPr>
            <p:ph/>
          </p:nvPr>
        </p:nvSpPr>
        <p:spPr>
          <a:xfrm>
            <a:off x="457200" y="1216440"/>
            <a:ext cx="8226000" cy="5305680"/>
          </a:xfrm>
          <a:prstGeom prst="rect">
            <a:avLst/>
          </a:prstGeom>
          <a:noFill/>
          <a:ln w="0">
            <a:noFill/>
          </a:ln>
        </p:spPr>
        <p:txBody>
          <a:bodyPr lIns="0" rIns="0" tIns="0" bIns="0" anchor="t">
            <a:normAutofit fontScale="43333" lnSpcReduction="10000"/>
          </a:bodyPr>
          <a:p>
            <a:pPr marL="432000" indent="-324000" algn="ctr">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La CNIL a prononcé une sanction de 250 000 € à l'encontre du GIE Infogreffe pour avoir manqué à plusieurs obligations du RGPD en matière de durées de conservation et de sécurité des données personnelles.</a:t>
            </a:r>
            <a:endParaRPr b="0" lang="fr-FR" sz="3870" spc="-1" strike="noStrike">
              <a:solidFill>
                <a:srgbClr val="000000"/>
              </a:solidFill>
              <a:latin typeface="Arial"/>
            </a:endParaRPr>
          </a:p>
          <a:p>
            <a:pPr indent="0" algn="just">
              <a:lnSpc>
                <a:spcPct val="100000"/>
              </a:lnSpc>
              <a:spcBef>
                <a:spcPts val="1712"/>
              </a:spcBef>
              <a:buNone/>
              <a:tabLst>
                <a:tab algn="l" pos="0"/>
              </a:tabLst>
            </a:pPr>
            <a:r>
              <a:rPr b="0" lang="fr-FR" sz="3200" spc="-1" strike="noStrike">
                <a:solidFill>
                  <a:srgbClr val="000000"/>
                </a:solidFill>
                <a:latin typeface="Arial"/>
                <a:ea typeface="Microsoft YaHei"/>
              </a:rPr>
              <a:t>À la suite d'une plainte dont elle a été saisie, la Commission a procédé à un contrôle en ligne du site web infogreffe.fr, qui permet de consulter des informations légales sur les entreprises et de commander des documents certifiés par les greffes des tribunaux de commerce. Les vérifications portaient notamment sur les durées de conservations définies et les mesures de sécurité mises en œuvre par le GIE Infogreffe, qui édite le service de diffusion de l'information légale et officielle sur les entreprises à travers le site web.</a:t>
            </a:r>
            <a:endParaRPr b="0" lang="fr-FR" sz="3200" spc="-1" strike="noStrike">
              <a:solidFill>
                <a:srgbClr val="000000"/>
              </a:solidFill>
              <a:latin typeface="Arial"/>
            </a:endParaRPr>
          </a:p>
          <a:p>
            <a:pPr indent="0" algn="just">
              <a:lnSpc>
                <a:spcPct val="100000"/>
              </a:lnSpc>
              <a:spcBef>
                <a:spcPts val="1712"/>
              </a:spcBef>
              <a:buNone/>
              <a:tabLst>
                <a:tab algn="l" pos="0"/>
              </a:tabLst>
            </a:pPr>
            <a:r>
              <a:rPr b="0" lang="fr-FR" sz="3200" spc="-1" strike="noStrike">
                <a:solidFill>
                  <a:srgbClr val="000000"/>
                </a:solidFill>
                <a:latin typeface="Arial"/>
                <a:ea typeface="Microsoft YaHei"/>
              </a:rPr>
              <a:t>Plus précisément a été sanctionné un manquement relatif à l'obligation d'assurer la sécurité des données personnelles. La CNIL a constaté que :</a:t>
            </a:r>
            <a:endParaRPr b="0" lang="fr-FR" sz="3200" spc="-1" strike="noStrike">
              <a:solidFill>
                <a:srgbClr val="000000"/>
              </a:solidFill>
              <a:latin typeface="Arial"/>
            </a:endParaRPr>
          </a:p>
          <a:p>
            <a:pPr marL="432000" indent="-324000" algn="just">
              <a:lnSpc>
                <a:spcPct val="100000"/>
              </a:lnSpc>
              <a:spcBef>
                <a:spcPts val="1712"/>
              </a:spcBef>
              <a:buClr>
                <a:srgbClr val="000000"/>
              </a:buClr>
              <a:buSzPct val="45000"/>
              <a:buFont typeface="Symbol"/>
              <a:buChar char=""/>
              <a:tabLst>
                <a:tab algn="l" pos="0"/>
              </a:tabLst>
            </a:pPr>
            <a:r>
              <a:rPr b="0" lang="fr-FR" sz="3200" spc="-1" strike="noStrike">
                <a:solidFill>
                  <a:srgbClr val="000000"/>
                </a:solidFill>
                <a:latin typeface="Arial"/>
                <a:ea typeface="Microsoft YaHei"/>
              </a:rPr>
              <a:t>l'organisme « n'imposait pas l'utilisation d'un mot de passe robuste à la création d'un compte sur son site web » et qu'il était « impossible pour les 3,7 millions de comptes de saisir un mot de passe sécurisé en raison de la limitation de leur taille » ;</a:t>
            </a:r>
            <a:endParaRPr b="0" lang="fr-FR" sz="3200" spc="-1" strike="noStrike">
              <a:solidFill>
                <a:srgbClr val="000000"/>
              </a:solidFill>
              <a:latin typeface="Arial"/>
            </a:endParaRPr>
          </a:p>
          <a:p>
            <a:pPr marL="432000" indent="-324000" algn="just">
              <a:lnSpc>
                <a:spcPct val="100000"/>
              </a:lnSpc>
              <a:spcBef>
                <a:spcPts val="1712"/>
              </a:spcBef>
              <a:buClr>
                <a:srgbClr val="000000"/>
              </a:buClr>
              <a:buSzPct val="45000"/>
              <a:buFont typeface="Symbol"/>
              <a:buChar char=""/>
              <a:tabLst>
                <a:tab algn="l" pos="0"/>
              </a:tabLst>
            </a:pPr>
            <a:r>
              <a:rPr b="0" lang="fr-FR" sz="3200" spc="-1" strike="noStrike">
                <a:solidFill>
                  <a:srgbClr val="000000"/>
                </a:solidFill>
                <a:latin typeface="Arial"/>
                <a:ea typeface="Microsoft YaHei"/>
              </a:rPr>
              <a:t>Infogreffe « transmettait en clair, par courriel, les mots de passe non temporaires permettant l'accès aux comptes et conservait également en clair, dans sa base de données, les mots de passe ainsi que les questions et réponses secrètes utilisées lors de la procédure de réinitialisation des mots de passe par les utilisateurs ». En conséquence, la Commission a considéré que le GIE « n'avait pas pris de mesures suffisantes pour garantir la sécurité des données des membres et des utilisateurs concernés ». « L'organisme a toutefois mis en œuvre certaines actions au cours de la procédure concernant la sécurisation de l'accès aux comptes et l'identification des membres et abonnés. »</a:t>
            </a:r>
            <a:endParaRPr b="0" lang="fr-FR"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9" name="PlaceHolder 1"/>
          <p:cNvSpPr>
            <a:spLocks noGrp="1"/>
          </p:cNvSpPr>
          <p:nvPr>
            <p:ph type="title"/>
          </p:nvPr>
        </p:nvSpPr>
        <p:spPr>
          <a:xfrm>
            <a:off x="457200" y="273240"/>
            <a:ext cx="8226000" cy="1141560"/>
          </a:xfrm>
          <a:prstGeom prst="rect">
            <a:avLst/>
          </a:prstGeom>
          <a:noFill/>
          <a:ln w="0">
            <a:noFill/>
          </a:ln>
        </p:spPr>
        <p:txBody>
          <a:bodyPr lIns="0" rIns="0" tIns="0" bIns="0" anchor="ctr">
            <a:noAutofit/>
          </a:bodyPr>
          <a:p>
            <a:pPr indent="0" algn="ctr">
              <a:lnSpc>
                <a:spcPct val="100000"/>
              </a:lnSpc>
              <a:buNone/>
              <a:tabLst>
                <a:tab algn="l" pos="0"/>
              </a:tabLst>
            </a:pPr>
            <a:r>
              <a:rPr b="0" lang="fr-FR" sz="2800" spc="-1" strike="noStrike">
                <a:solidFill>
                  <a:srgbClr val="000000"/>
                </a:solidFill>
                <a:latin typeface="Arial"/>
              </a:rPr>
              <a:t>La sécurité et la confidentialité des données</a:t>
            </a:r>
            <a:endParaRPr b="0" lang="fr-FR" sz="2800" spc="-1" strike="noStrike">
              <a:solidFill>
                <a:srgbClr val="000000"/>
              </a:solidFill>
              <a:latin typeface="Arial"/>
            </a:endParaRPr>
          </a:p>
        </p:txBody>
      </p:sp>
      <p:sp>
        <p:nvSpPr>
          <p:cNvPr id="530" name="PlaceHolder 2"/>
          <p:cNvSpPr>
            <a:spLocks noGrp="1"/>
          </p:cNvSpPr>
          <p:nvPr>
            <p:ph/>
          </p:nvPr>
        </p:nvSpPr>
        <p:spPr>
          <a:xfrm>
            <a:off x="457200" y="1604520"/>
            <a:ext cx="8226000" cy="3974040"/>
          </a:xfrm>
          <a:prstGeom prst="rect">
            <a:avLst/>
          </a:prstGeom>
          <a:noFill/>
          <a:ln w="0">
            <a:noFill/>
          </a:ln>
        </p:spPr>
        <p:txBody>
          <a:bodyPr lIns="0" rIns="0" tIns="0" bIns="0" anchor="t">
            <a:normAutofit/>
          </a:bodyPr>
          <a:p>
            <a:pPr indent="0" algn="just">
              <a:lnSpc>
                <a:spcPct val="100000"/>
              </a:lnSpc>
              <a:spcBef>
                <a:spcPts val="1712"/>
              </a:spcBef>
              <a:buNone/>
              <a:tabLst>
                <a:tab algn="l" pos="0"/>
              </a:tabLst>
            </a:pPr>
            <a:r>
              <a:rPr b="0" lang="fr-FR" sz="1300" spc="-1" strike="noStrike">
                <a:solidFill>
                  <a:srgbClr val="323440"/>
                </a:solidFill>
                <a:latin typeface="Arial"/>
              </a:rPr>
              <a:t>la CNIL a indiqué que son programme de contrôles pour 2021/2022 était fortement orienté sur la cybersécurité. Elle a précisé dans un communiqué public que son attention se porterait plus particulièrement sur les formulaires de recueils de données personnelles, l'utilisation du protocole HTTPS et la conformité des acteurs à la recommandation de la CNIL sur les mots de passe. Elle entend également interroger les organismes sur leurs stratégies </a:t>
            </a:r>
            <a:r>
              <a:rPr b="0" i="1" lang="fr-FR" sz="1300" spc="-1" strike="noStrike">
                <a:solidFill>
                  <a:srgbClr val="323440"/>
                </a:solidFill>
                <a:latin typeface="Arial"/>
              </a:rPr>
              <a:t>« pour se prémunir contre les rançongiciels ».</a:t>
            </a:r>
            <a:endParaRPr b="0" lang="fr-FR" sz="1300" spc="-1" strike="noStrike">
              <a:solidFill>
                <a:srgbClr val="000000"/>
              </a:solidFill>
              <a:latin typeface="Arial"/>
            </a:endParaRPr>
          </a:p>
          <a:p>
            <a:pPr indent="0" algn="just">
              <a:lnSpc>
                <a:spcPct val="100000"/>
              </a:lnSpc>
              <a:spcBef>
                <a:spcPts val="1712"/>
              </a:spcBef>
              <a:buNone/>
              <a:tabLst>
                <a:tab algn="l" pos="0"/>
              </a:tabLst>
            </a:pPr>
            <a:endParaRPr b="0" lang="fr-FR" sz="1100" spc="-1" strike="noStrike">
              <a:solidFill>
                <a:srgbClr val="000000"/>
              </a:solidFill>
              <a:latin typeface="Arial"/>
            </a:endParaRPr>
          </a:p>
          <a:p>
            <a:pPr indent="0" algn="just">
              <a:lnSpc>
                <a:spcPct val="100000"/>
              </a:lnSpc>
              <a:spcBef>
                <a:spcPts val="1712"/>
              </a:spcBef>
              <a:buNone/>
              <a:tabLst>
                <a:tab algn="l" pos="0"/>
              </a:tabLst>
            </a:pPr>
            <a:r>
              <a:rPr b="0" lang="fr-FR" sz="1300" spc="-1" strike="noStrike">
                <a:solidFill>
                  <a:srgbClr val="323440"/>
                </a:solidFill>
                <a:latin typeface="Arial"/>
              </a:rPr>
              <a:t>Ainsi, la politique de sanctions de la CNIL en 2022 reste très orientée sur le contrôle de l'existence de manquements aux règles applicables en matière de sécurité et de confidentialité des données et sur le prononcé de sanctions dissuasives </a:t>
            </a:r>
            <a:r>
              <a:rPr b="0" i="1" lang="fr-FR" sz="1300" spc="-1" strike="noStrike">
                <a:solidFill>
                  <a:srgbClr val="323440"/>
                </a:solidFill>
                <a:latin typeface="Arial"/>
              </a:rPr>
              <a:t>(V. par ex. délib. n° SAN-2022-009, 15 avr. 2022, prononçant une sanction pécuniaire de 1 500 000 € à l'encontre de la société DEDALUS BIOLOGIE ou délib. n° SAN-2021-020, 28 déc. 2021, prononçant une sanction pécuniaire de 180 000 € à l'encontre de la société SLIMPAY)</a:t>
            </a:r>
            <a:endParaRPr b="0" lang="fr-FR"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1" name=""/>
          <p:cNvSpPr/>
          <p:nvPr/>
        </p:nvSpPr>
        <p:spPr>
          <a:xfrm>
            <a:off x="984960" y="772920"/>
            <a:ext cx="7112520" cy="484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fr-FR" sz="2800" spc="-1" strike="noStrike">
                <a:solidFill>
                  <a:srgbClr val="000000"/>
                </a:solidFill>
                <a:latin typeface="Arial"/>
                <a:ea typeface="DejaVu Sans"/>
              </a:rPr>
              <a:t>La sécurité et la confidentialité des données</a:t>
            </a:r>
            <a:endParaRPr b="0" lang="fr-FR" sz="2800" spc="-1" strike="noStrike">
              <a:solidFill>
                <a:srgbClr val="000000"/>
              </a:solidFill>
              <a:latin typeface="Arial"/>
            </a:endParaRPr>
          </a:p>
        </p:txBody>
      </p:sp>
      <p:sp>
        <p:nvSpPr>
          <p:cNvPr id="532" name=""/>
          <p:cNvSpPr/>
          <p:nvPr/>
        </p:nvSpPr>
        <p:spPr>
          <a:xfrm>
            <a:off x="360000" y="1980000"/>
            <a:ext cx="8457480" cy="4695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a:p>
            <a:pPr algn="ctr">
              <a:lnSpc>
                <a:spcPct val="100000"/>
              </a:lnSpc>
            </a:pPr>
            <a:r>
              <a:rPr b="0" lang="fr-FR" sz="1800" spc="-1" strike="noStrike">
                <a:solidFill>
                  <a:srgbClr val="000000"/>
                </a:solidFill>
                <a:latin typeface="Arial"/>
                <a:ea typeface="DejaVu Sans"/>
              </a:rPr>
              <a:t>Délibération de la formation restreinte n° SAN-2022-009 du 15 avril 2022 concernant la société DEDALUS BIOLOGIE</a:t>
            </a:r>
            <a:endParaRPr b="0" lang="fr-FR" sz="1800" spc="-1" strike="noStrike">
              <a:solidFill>
                <a:srgbClr val="000000"/>
              </a:solidFill>
              <a:latin typeface="Arial"/>
            </a:endParaRPr>
          </a:p>
          <a:p>
            <a:pPr>
              <a:lnSpc>
                <a:spcPct val="100000"/>
              </a:lnSpc>
            </a:pPr>
            <a:endParaRPr b="0" lang="fr-FR" sz="1800" spc="-1" strike="noStrike">
              <a:solidFill>
                <a:srgbClr val="000000"/>
              </a:solidFill>
              <a:latin typeface="Arial"/>
            </a:endParaRPr>
          </a:p>
          <a:p>
            <a:pPr marL="216000" indent="-216000" algn="just">
              <a:lnSpc>
                <a:spcPct val="100000"/>
              </a:lnSpc>
              <a:buClr>
                <a:srgbClr val="000000"/>
              </a:buClr>
              <a:buSzPct val="45000"/>
              <a:buFont typeface="Wingdings" charset="2"/>
              <a:buChar char=""/>
            </a:pPr>
            <a:r>
              <a:rPr b="0" lang="fr-FR" sz="1800" spc="-1" strike="noStrike">
                <a:solidFill>
                  <a:srgbClr val="000000"/>
                </a:solidFill>
                <a:latin typeface="Arial"/>
                <a:ea typeface="DejaVu Sans"/>
              </a:rPr>
              <a:t>Aucune mesure de sécurité n’était notamment prévue pour l’envoi des données, pourtant sensibles au sens de l’article 9 du RGPD. Les fichiers d’extractions de données étaient donc envoyés " en clair " (c’est-à-dire lisibles directement, car non transformées préalablement via une fonction de hachage), sans aucune mesure de chiffrement ou de sécurité ;</a:t>
            </a:r>
            <a:endParaRPr b="0" lang="fr-FR" sz="1800" spc="-1" strike="noStrike">
              <a:solidFill>
                <a:srgbClr val="000000"/>
              </a:solidFill>
              <a:latin typeface="Arial"/>
            </a:endParaRPr>
          </a:p>
          <a:p>
            <a:pPr marL="216000" indent="-216000" algn="just">
              <a:lnSpc>
                <a:spcPct val="100000"/>
              </a:lnSpc>
              <a:buClr>
                <a:srgbClr val="000000"/>
              </a:buClr>
              <a:buSzPct val="45000"/>
              <a:buFont typeface="Wingdings" charset="2"/>
              <a:buChar char=""/>
            </a:pPr>
            <a:r>
              <a:rPr b="0" lang="fr-FR" sz="1800" spc="-1" strike="noStrike">
                <a:solidFill>
                  <a:srgbClr val="000000"/>
                </a:solidFill>
                <a:latin typeface="Arial"/>
                <a:ea typeface="DejaVu Sans"/>
              </a:rPr>
              <a:t>plusieurs alertes successives auraient dû conduire la société à effectuer des investigations sur son système de sécurité. Or, la société n’a pas pris la mesure des problèmes de sécurité qu’elle rencontrait à l’époque, lesquels ont fini par aboutir à la violation de données de février 2021 ayant concerné près de 500 000 personnes.</a:t>
            </a:r>
            <a:endParaRPr b="0" lang="fr-FR" sz="1800" spc="-1" strike="noStrike">
              <a:solidFill>
                <a:srgbClr val="000000"/>
              </a:solidFill>
              <a:latin typeface="Arial"/>
            </a:endParaRPr>
          </a:p>
          <a:p>
            <a:pPr marL="216000" indent="-216000" algn="just">
              <a:lnSpc>
                <a:spcPct val="100000"/>
              </a:lnSpc>
              <a:buClr>
                <a:srgbClr val="000000"/>
              </a:buClr>
              <a:buSzPct val="45000"/>
              <a:buFont typeface="Wingdings" charset="2"/>
              <a:buChar char=""/>
            </a:pPr>
            <a:r>
              <a:rPr b="0" lang="fr-FR" sz="1800" spc="-1" strike="noStrike">
                <a:solidFill>
                  <a:srgbClr val="000000"/>
                </a:solidFill>
                <a:latin typeface="Arial"/>
                <a:ea typeface="DejaVu Sans"/>
              </a:rPr>
              <a:t>les données à caractère personnel stockées sur le serveur FTP MEGABUS n’étaient pas chiffrées et étaient donc directement lisibles, alors qu’il s’agit de données sensibles qui, de par leur nature, nécessitent des mesures de sécurité particulières.</a:t>
            </a:r>
            <a:endParaRPr b="0" lang="fr-F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3" name="PlaceHolder 1"/>
          <p:cNvSpPr>
            <a:spLocks noGrp="1"/>
          </p:cNvSpPr>
          <p:nvPr>
            <p:ph type="title"/>
          </p:nvPr>
        </p:nvSpPr>
        <p:spPr>
          <a:xfrm>
            <a:off x="457200" y="273240"/>
            <a:ext cx="8226000" cy="1141560"/>
          </a:xfrm>
          <a:prstGeom prst="rect">
            <a:avLst/>
          </a:prstGeom>
          <a:noFill/>
          <a:ln w="0">
            <a:noFill/>
          </a:ln>
        </p:spPr>
        <p:txBody>
          <a:bodyPr lIns="0" rIns="0" tIns="0" bIns="0" anchor="ctr">
            <a:noAutofit/>
          </a:bodyPr>
          <a:p>
            <a:pPr indent="0" algn="ctr">
              <a:lnSpc>
                <a:spcPct val="100000"/>
              </a:lnSpc>
              <a:buNone/>
              <a:tabLst>
                <a:tab algn="l" pos="0"/>
              </a:tabLst>
            </a:pPr>
            <a:r>
              <a:rPr b="0" lang="fr-FR" sz="2800" spc="-1" strike="noStrike">
                <a:solidFill>
                  <a:srgbClr val="000000"/>
                </a:solidFill>
                <a:latin typeface="Arial"/>
              </a:rPr>
              <a:t>La sécurité et la confidentialité des données</a:t>
            </a:r>
            <a:endParaRPr b="0" lang="fr-FR" sz="2800" spc="-1" strike="noStrike">
              <a:solidFill>
                <a:srgbClr val="000000"/>
              </a:solidFill>
              <a:latin typeface="Arial"/>
            </a:endParaRPr>
          </a:p>
        </p:txBody>
      </p:sp>
      <p:sp>
        <p:nvSpPr>
          <p:cNvPr id="534" name="PlaceHolder 2"/>
          <p:cNvSpPr>
            <a:spLocks noGrp="1"/>
          </p:cNvSpPr>
          <p:nvPr>
            <p:ph/>
          </p:nvPr>
        </p:nvSpPr>
        <p:spPr>
          <a:xfrm>
            <a:off x="457200" y="1326960"/>
            <a:ext cx="8226000" cy="5305680"/>
          </a:xfrm>
          <a:prstGeom prst="rect">
            <a:avLst/>
          </a:prstGeom>
          <a:noFill/>
          <a:ln w="0">
            <a:noFill/>
          </a:ln>
        </p:spPr>
        <p:txBody>
          <a:bodyPr lIns="0" rIns="0" tIns="0" bIns="0" anchor="t">
            <a:normAutofit fontScale="18333"/>
          </a:bodyPr>
          <a:p>
            <a:pPr marL="432000" indent="-324000" algn="ctr">
              <a:lnSpc>
                <a:spcPct val="100000"/>
              </a:lnSpc>
              <a:spcBef>
                <a:spcPts val="1712"/>
              </a:spcBef>
              <a:buClr>
                <a:srgbClr val="000000"/>
              </a:buClr>
              <a:buSzPct val="45000"/>
              <a:buFont typeface="Symbol"/>
              <a:buChar char=""/>
            </a:pPr>
            <a:r>
              <a:rPr b="1" lang="fr-FR" sz="3200" spc="-1" strike="noStrike">
                <a:solidFill>
                  <a:srgbClr val="000000"/>
                </a:solidFill>
                <a:latin typeface="Arial"/>
              </a:rPr>
              <a:t>Sensibiliser les utilisateurs</a:t>
            </a:r>
            <a:r>
              <a:rPr b="0" lang="fr-FR" sz="3870" spc="-1" strike="noStrike">
                <a:solidFill>
                  <a:srgbClr val="000000"/>
                </a:solidFill>
                <a:latin typeface="Arial"/>
              </a:rPr>
              <a:t> travaillant avec des données à caractère personnel aux risques liés aux libertés et à la vie privée, les informer des mesures prises pour traiter les risques et des conséquences potentielles en cas de manquement : organiser une séance de sensibilisation, envoyer régulièrement les mises à jour des procédures pertinentes pour les fonctions des personnes, faire des rappels par messagerie électronique, etc.</a:t>
            </a:r>
            <a:endParaRPr b="0" lang="fr-FR" sz="387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Documenter les procédures d’exploitation, les tenir à jour et les rendre disponibles à tous les utilisateurs concernés. </a:t>
            </a:r>
            <a:endParaRPr b="0" lang="fr-FR" sz="387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Rédiger une charte informatique et lui donner une force contraignante (ex. annexion au règlement intérieur). Cette charte devrait au moins comporter les éléments suivants : </a:t>
            </a:r>
            <a:endParaRPr b="0" lang="fr-FR" sz="3870" spc="-1" strike="noStrike">
              <a:solidFill>
                <a:srgbClr val="000000"/>
              </a:solidFill>
              <a:latin typeface="Arial"/>
            </a:endParaRPr>
          </a:p>
          <a:p>
            <a:pPr lvl="1" marL="864000" indent="-324000" algn="just">
              <a:lnSpc>
                <a:spcPct val="100000"/>
              </a:lnSpc>
              <a:spcBef>
                <a:spcPts val="1369"/>
              </a:spcBef>
              <a:buClr>
                <a:srgbClr val="000000"/>
              </a:buClr>
              <a:buSzPct val="75000"/>
              <a:buFont typeface="Symbol"/>
              <a:buChar char=""/>
            </a:pPr>
            <a:r>
              <a:rPr b="0" lang="fr-FR" sz="3390" spc="-1" strike="noStrike">
                <a:solidFill>
                  <a:srgbClr val="000000"/>
                </a:solidFill>
                <a:latin typeface="Arial"/>
              </a:rPr>
              <a:t>le rappel des règles de protection des données et les sanctions encourues en cas de non respect de celles-ci.</a:t>
            </a:r>
            <a:endParaRPr b="0" lang="fr-FR" sz="3390" spc="-1" strike="noStrike">
              <a:solidFill>
                <a:srgbClr val="000000"/>
              </a:solidFill>
              <a:latin typeface="Arial"/>
            </a:endParaRPr>
          </a:p>
          <a:p>
            <a:pPr lvl="1" marL="864000" indent="-324000" algn="just">
              <a:lnSpc>
                <a:spcPct val="100000"/>
              </a:lnSpc>
              <a:spcBef>
                <a:spcPts val="1369"/>
              </a:spcBef>
              <a:buClr>
                <a:srgbClr val="000000"/>
              </a:buClr>
              <a:buSzPct val="75000"/>
              <a:buFont typeface="Symbol"/>
              <a:buChar char=""/>
            </a:pPr>
            <a:r>
              <a:rPr b="0" lang="fr-FR" sz="3390" spc="-1" strike="noStrike">
                <a:solidFill>
                  <a:srgbClr val="000000"/>
                </a:solidFill>
                <a:latin typeface="Arial"/>
              </a:rPr>
              <a:t>les moyens d’authentification utilisés par l’organisme ; </a:t>
            </a:r>
            <a:endParaRPr b="0" lang="fr-FR" sz="3390" spc="-1" strike="noStrike">
              <a:solidFill>
                <a:srgbClr val="000000"/>
              </a:solidFill>
              <a:latin typeface="Arial"/>
            </a:endParaRPr>
          </a:p>
          <a:p>
            <a:pPr lvl="1" marL="864000" indent="-324000" algn="just">
              <a:lnSpc>
                <a:spcPct val="100000"/>
              </a:lnSpc>
              <a:spcBef>
                <a:spcPts val="1369"/>
              </a:spcBef>
              <a:buClr>
                <a:srgbClr val="000000"/>
              </a:buClr>
              <a:buSzPct val="75000"/>
              <a:buFont typeface="Symbol"/>
              <a:buChar char=""/>
            </a:pPr>
            <a:r>
              <a:rPr b="0" lang="fr-FR" sz="3390" spc="-1" strike="noStrike">
                <a:solidFill>
                  <a:srgbClr val="000000"/>
                </a:solidFill>
                <a:latin typeface="Arial"/>
              </a:rPr>
              <a:t>les règles de sécurité auxquelles les utilisateurs doivent se conformer, ce qui doit inclure notamment de :</a:t>
            </a:r>
            <a:endParaRPr b="0" lang="fr-FR" sz="3390" spc="-1" strike="noStrike">
              <a:solidFill>
                <a:srgbClr val="000000"/>
              </a:solidFill>
              <a:latin typeface="Arial"/>
            </a:endParaRPr>
          </a:p>
          <a:p>
            <a:pPr lvl="2" marL="1296000" indent="-288000" algn="just">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signaler au service informatique interne toute violation ou tentative de violation suspectée de son compte informatique et de manière générale tout dysfonctionnement ;</a:t>
            </a:r>
            <a:endParaRPr b="0" lang="fr-FR" sz="2900" spc="-1" strike="noStrike">
              <a:solidFill>
                <a:srgbClr val="000000"/>
              </a:solidFill>
              <a:latin typeface="Arial"/>
            </a:endParaRPr>
          </a:p>
          <a:p>
            <a:pPr lvl="2" marL="1296000" indent="-288000" algn="just">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ne jamais confier son identifiant/mot de passe à un tiers ;</a:t>
            </a:r>
            <a:endParaRPr b="0" lang="fr-FR" sz="2900" spc="-1" strike="noStrike">
              <a:solidFill>
                <a:srgbClr val="000000"/>
              </a:solidFill>
              <a:latin typeface="Arial"/>
            </a:endParaRPr>
          </a:p>
          <a:p>
            <a:pPr lvl="2" marL="1296000" indent="-288000" algn="just">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ne pas installer, copier, modifier, détruire des logiciels sans autorisation ;</a:t>
            </a:r>
            <a:endParaRPr b="0" lang="fr-FR" sz="2900" spc="-1" strike="noStrike">
              <a:solidFill>
                <a:srgbClr val="000000"/>
              </a:solidFill>
              <a:latin typeface="Arial"/>
            </a:endParaRPr>
          </a:p>
          <a:p>
            <a:pPr lvl="2" marL="1296000" indent="-288000" algn="just">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verrouiller son ordinateur dès que l’on quitte son poste de travail ;</a:t>
            </a:r>
            <a:endParaRPr b="0" lang="fr-FR" sz="2900" spc="-1" strike="noStrike">
              <a:solidFill>
                <a:srgbClr val="000000"/>
              </a:solidFill>
              <a:latin typeface="Arial"/>
            </a:endParaRPr>
          </a:p>
          <a:p>
            <a:pPr lvl="2" marL="1296000" indent="-288000" algn="just">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ne pas accéder, tenter d’accéder, ou supprimer des informations si cela ne relève pas des tâches incombant à l’utilisateur ;</a:t>
            </a:r>
            <a:endParaRPr b="0" lang="fr-FR" sz="2900" spc="-1" strike="noStrike">
              <a:solidFill>
                <a:srgbClr val="000000"/>
              </a:solidFill>
              <a:latin typeface="Arial"/>
            </a:endParaRPr>
          </a:p>
          <a:p>
            <a:pPr lvl="1" marL="864000" indent="-324000" algn="just">
              <a:lnSpc>
                <a:spcPct val="100000"/>
              </a:lnSpc>
              <a:spcBef>
                <a:spcPts val="1134"/>
              </a:spcBef>
              <a:buClr>
                <a:srgbClr val="000000"/>
              </a:buClr>
              <a:buSzPct val="75000"/>
              <a:buFont typeface="Symbol"/>
              <a:buChar char=""/>
            </a:pPr>
            <a:r>
              <a:rPr b="0" lang="fr-FR" sz="3870" spc="-1" strike="noStrike">
                <a:solidFill>
                  <a:srgbClr val="000000"/>
                </a:solidFill>
                <a:latin typeface="Arial"/>
              </a:rPr>
              <a:t>Les modalités d’utilisation des moyens informatiques et de télécommunications mis à disposition comme :</a:t>
            </a:r>
            <a:endParaRPr b="0" lang="fr-FR" sz="3870" spc="-1" strike="noStrike">
              <a:solidFill>
                <a:srgbClr val="000000"/>
              </a:solidFill>
              <a:latin typeface="Arial"/>
            </a:endParaRPr>
          </a:p>
          <a:p>
            <a:pPr lvl="2" marL="1296000" indent="-288000" algn="just">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le poste de travail ;</a:t>
            </a:r>
            <a:endParaRPr b="0" lang="fr-FR" sz="2900" spc="-1" strike="noStrike">
              <a:solidFill>
                <a:srgbClr val="000000"/>
              </a:solidFill>
              <a:latin typeface="Arial"/>
            </a:endParaRPr>
          </a:p>
          <a:p>
            <a:pPr lvl="2" marL="1296000" indent="-288000" algn="just">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les équipements nomades (notamment dans le cadre du télétravail) ;</a:t>
            </a:r>
            <a:endParaRPr b="0" lang="fr-FR" sz="2900" spc="-1" strike="noStrike">
              <a:solidFill>
                <a:srgbClr val="000000"/>
              </a:solidFill>
              <a:latin typeface="Arial"/>
            </a:endParaRPr>
          </a:p>
          <a:p>
            <a:pPr lvl="2" marL="1296000" indent="-288000" algn="just">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les espaces de stockage individuel ;</a:t>
            </a:r>
            <a:endParaRPr b="0" lang="fr-FR" sz="2900" spc="-1" strike="noStrike">
              <a:solidFill>
                <a:srgbClr val="000000"/>
              </a:solidFill>
              <a:latin typeface="Arial"/>
            </a:endParaRPr>
          </a:p>
          <a:p>
            <a:pPr lvl="2" marL="1296000" indent="-288000" algn="just">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les réseaux locaux ;</a:t>
            </a:r>
            <a:endParaRPr b="0" lang="fr-FR" sz="2900" spc="-1" strike="noStrike">
              <a:solidFill>
                <a:srgbClr val="000000"/>
              </a:solidFill>
              <a:latin typeface="Arial"/>
            </a:endParaRPr>
          </a:p>
          <a:p>
            <a:pPr lvl="2" marL="1296000" indent="-288000" algn="just">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les conditions d’utilisation des dispositifs personnels ;</a:t>
            </a:r>
            <a:endParaRPr b="0" lang="fr-FR" sz="2900" spc="-1" strike="noStrike">
              <a:solidFill>
                <a:srgbClr val="000000"/>
              </a:solidFill>
              <a:latin typeface="Arial"/>
            </a:endParaRPr>
          </a:p>
          <a:p>
            <a:pPr lvl="2" marL="1296000" indent="-288000" algn="just">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l’Internet ;</a:t>
            </a:r>
            <a:endParaRPr b="0" lang="fr-FR" sz="2900" spc="-1" strike="noStrike">
              <a:solidFill>
                <a:srgbClr val="000000"/>
              </a:solidFill>
              <a:latin typeface="Arial"/>
            </a:endParaRPr>
          </a:p>
          <a:p>
            <a:pPr lvl="2" marL="1296000" indent="-288000" algn="just">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la messagerie électronique ;</a:t>
            </a:r>
            <a:endParaRPr b="0" lang="fr-FR" sz="2900" spc="-1" strike="noStrike">
              <a:solidFill>
                <a:srgbClr val="000000"/>
              </a:solidFill>
              <a:latin typeface="Arial"/>
            </a:endParaRPr>
          </a:p>
          <a:p>
            <a:pPr lvl="2" marL="1296000" indent="-288000" algn="just">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la téléphonie. </a:t>
            </a:r>
            <a:endParaRPr b="0" lang="fr-FR" sz="290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Les responsabilités et sanctions encourues en cas de non respect de la charte.</a:t>
            </a:r>
            <a:endParaRPr b="0" lang="fr-FR" sz="38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5" name="PlaceHolder 1"/>
          <p:cNvSpPr>
            <a:spLocks noGrp="1"/>
          </p:cNvSpPr>
          <p:nvPr>
            <p:ph type="title"/>
          </p:nvPr>
        </p:nvSpPr>
        <p:spPr>
          <a:xfrm>
            <a:off x="457200" y="273240"/>
            <a:ext cx="8226000" cy="1141560"/>
          </a:xfrm>
          <a:prstGeom prst="rect">
            <a:avLst/>
          </a:prstGeom>
          <a:noFill/>
          <a:ln w="0">
            <a:noFill/>
          </a:ln>
        </p:spPr>
        <p:txBody>
          <a:bodyPr lIns="0" rIns="0" tIns="0" bIns="0" anchor="ctr">
            <a:noAutofit/>
          </a:bodyPr>
          <a:p>
            <a:pPr indent="0" algn="ctr">
              <a:lnSpc>
                <a:spcPct val="100000"/>
              </a:lnSpc>
              <a:buNone/>
              <a:tabLst>
                <a:tab algn="l" pos="0"/>
              </a:tabLst>
            </a:pPr>
            <a:r>
              <a:rPr b="0" lang="fr-FR" sz="2800" spc="-1" strike="noStrike">
                <a:solidFill>
                  <a:srgbClr val="000000"/>
                </a:solidFill>
                <a:latin typeface="Arial"/>
              </a:rPr>
              <a:t>La sécurité et la confidentialité des données</a:t>
            </a:r>
            <a:endParaRPr b="0" lang="fr-FR" sz="2800" spc="-1" strike="noStrike">
              <a:solidFill>
                <a:srgbClr val="000000"/>
              </a:solidFill>
              <a:latin typeface="Arial"/>
            </a:endParaRPr>
          </a:p>
        </p:txBody>
      </p:sp>
      <p:sp>
        <p:nvSpPr>
          <p:cNvPr id="536" name="PlaceHolder 2"/>
          <p:cNvSpPr>
            <a:spLocks noGrp="1"/>
          </p:cNvSpPr>
          <p:nvPr>
            <p:ph/>
          </p:nvPr>
        </p:nvSpPr>
        <p:spPr>
          <a:xfrm>
            <a:off x="457200" y="1604520"/>
            <a:ext cx="8226000" cy="5028120"/>
          </a:xfrm>
          <a:prstGeom prst="rect">
            <a:avLst/>
          </a:prstGeom>
          <a:noFill/>
          <a:ln w="0">
            <a:noFill/>
          </a:ln>
        </p:spPr>
        <p:txBody>
          <a:bodyPr lIns="0" rIns="0" tIns="0" bIns="0" anchor="t">
            <a:normAutofit fontScale="30000"/>
          </a:bodyPr>
          <a:p>
            <a:pPr marL="432000" indent="-324000" algn="ctr">
              <a:lnSpc>
                <a:spcPct val="100000"/>
              </a:lnSpc>
              <a:spcBef>
                <a:spcPts val="1712"/>
              </a:spcBef>
              <a:buClr>
                <a:srgbClr val="000000"/>
              </a:buClr>
              <a:buSzPct val="45000"/>
              <a:buFont typeface="Wingdings" charset="2"/>
              <a:buChar char=""/>
            </a:pPr>
            <a:r>
              <a:rPr b="1" lang="fr-FR" sz="3200" spc="-1" strike="noStrike">
                <a:solidFill>
                  <a:srgbClr val="000000"/>
                </a:solidFill>
                <a:latin typeface="Arial"/>
              </a:rPr>
              <a:t>Authentifier les utilisateurs</a:t>
            </a:r>
            <a:endParaRPr b="0" lang="fr-FR" sz="3200" spc="-1" strike="noStrike">
              <a:solidFill>
                <a:srgbClr val="000000"/>
              </a:solidFill>
              <a:latin typeface="Arial"/>
            </a:endParaRPr>
          </a:p>
          <a:p>
            <a:pPr indent="0" algn="ctr">
              <a:lnSpc>
                <a:spcPct val="100000"/>
              </a:lnSpc>
              <a:spcBef>
                <a:spcPts val="1712"/>
              </a:spcBef>
              <a:buNone/>
              <a:tabLst>
                <a:tab algn="l" pos="0"/>
              </a:tabLst>
            </a:pPr>
            <a:endParaRPr b="0" lang="fr-FR" sz="320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tabLst>
                <a:tab algn="l" pos="0"/>
              </a:tabLst>
            </a:pPr>
            <a:r>
              <a:rPr b="0" lang="fr-FR" sz="3870" spc="-1" strike="noStrike">
                <a:solidFill>
                  <a:srgbClr val="000000"/>
                </a:solidFill>
                <a:latin typeface="Arial"/>
              </a:rPr>
              <a:t>Pour assurer qu’un utilisateur accède uniquement aux données dont il a besoin, il doit être doté d’un identifiant qui lui est propre et doit s’authentifier avant toute utilisation des moyens informatiques.</a:t>
            </a:r>
            <a:endParaRPr b="0" lang="fr-FR" sz="387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tabLst>
                <a:tab algn="l" pos="0"/>
              </a:tabLst>
            </a:pPr>
            <a:r>
              <a:rPr b="0" lang="fr-FR" sz="3870" spc="-1" strike="noStrike">
                <a:solidFill>
                  <a:srgbClr val="000000"/>
                </a:solidFill>
                <a:latin typeface="Arial"/>
              </a:rPr>
              <a:t>Définir un identifiant unique par utilisateur et interdire les comptes partagés entre plusieurs utilisateurs. Dans le cas où l’utilisation d’identifiants génériques ou partagés est incontournable, exiger une validation de la hiérarchie et mettre en œuvre des moyens pour les tracer.</a:t>
            </a:r>
            <a:endParaRPr b="0" lang="fr-FR" sz="387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tabLst>
                <a:tab algn="l" pos="0"/>
              </a:tabLst>
            </a:pPr>
            <a:r>
              <a:rPr b="0" lang="fr-FR" sz="3870" spc="-1" strike="noStrike">
                <a:solidFill>
                  <a:srgbClr val="000000"/>
                </a:solidFill>
                <a:latin typeface="Arial"/>
              </a:rPr>
              <a:t>Respecter la recommandation de la CNIL dans le cas d’une authentification des utilisateurs basée sur des mots de passe, notamment en stockant les mots de passe de façon sécurisée et en appliquant les règles de complexité suivantes pour le mot de passe :</a:t>
            </a:r>
            <a:endParaRPr b="0" lang="fr-FR" sz="3870" spc="-1" strike="noStrike">
              <a:solidFill>
                <a:srgbClr val="000000"/>
              </a:solidFill>
              <a:latin typeface="Arial"/>
            </a:endParaRPr>
          </a:p>
          <a:p>
            <a:pPr lvl="1" marL="864000" indent="-324000" algn="just">
              <a:lnSpc>
                <a:spcPct val="100000"/>
              </a:lnSpc>
              <a:spcBef>
                <a:spcPts val="1369"/>
              </a:spcBef>
              <a:buClr>
                <a:srgbClr val="000000"/>
              </a:buClr>
              <a:buSzPct val="75000"/>
              <a:buFont typeface="Symbol"/>
              <a:buChar char=""/>
              <a:tabLst>
                <a:tab algn="l" pos="0"/>
              </a:tabLst>
            </a:pPr>
            <a:r>
              <a:rPr b="0" lang="fr-FR" sz="3390" spc="-1" strike="noStrike">
                <a:solidFill>
                  <a:srgbClr val="000000"/>
                </a:solidFill>
                <a:latin typeface="Arial"/>
              </a:rPr>
              <a:t>au moins 8 caractères comportant 3 des 4 types de caractères (majuscules, minuscules, chiffres, caractères spéciaux) si l’authentification prévoit une restriction de l’accès au compte (cas le plus courant) comme :</a:t>
            </a:r>
            <a:r>
              <a:rPr b="0" lang="fr-FR" sz="3390" spc="-1" strike="noStrike">
                <a:solidFill>
                  <a:srgbClr val="000000"/>
                </a:solidFill>
                <a:latin typeface="Arial"/>
              </a:rPr>
              <a:t>	</a:t>
            </a:r>
            <a:endParaRPr b="0" lang="fr-FR" sz="3390" spc="-1" strike="noStrike">
              <a:solidFill>
                <a:srgbClr val="000000"/>
              </a:solidFill>
              <a:latin typeface="Arial"/>
            </a:endParaRPr>
          </a:p>
          <a:p>
            <a:pPr lvl="2" marL="1296000" indent="-288000" algn="just">
              <a:lnSpc>
                <a:spcPct val="100000"/>
              </a:lnSpc>
              <a:spcBef>
                <a:spcPts val="1026"/>
              </a:spcBef>
              <a:buClr>
                <a:srgbClr val="000000"/>
              </a:buClr>
              <a:buSzPct val="45000"/>
              <a:buFont typeface="Wingdings" charset="2"/>
              <a:buChar char=""/>
              <a:tabLst>
                <a:tab algn="l" pos="0"/>
              </a:tabLst>
            </a:pPr>
            <a:r>
              <a:rPr b="0" lang="fr-FR" sz="2900" spc="-1" strike="noStrike">
                <a:solidFill>
                  <a:srgbClr val="000000"/>
                </a:solidFill>
                <a:latin typeface="Arial"/>
              </a:rPr>
              <a:t>une temporisation d’accès au compte après plusieurs échecs ;</a:t>
            </a:r>
            <a:endParaRPr b="0" lang="fr-FR" sz="2900" spc="-1" strike="noStrike">
              <a:solidFill>
                <a:srgbClr val="000000"/>
              </a:solidFill>
              <a:latin typeface="Arial"/>
            </a:endParaRPr>
          </a:p>
          <a:p>
            <a:pPr lvl="2" marL="1296000" indent="-288000" algn="just">
              <a:lnSpc>
                <a:spcPct val="100000"/>
              </a:lnSpc>
              <a:spcBef>
                <a:spcPts val="1026"/>
              </a:spcBef>
              <a:buClr>
                <a:srgbClr val="000000"/>
              </a:buClr>
              <a:buSzPct val="45000"/>
              <a:buFont typeface="Wingdings" charset="2"/>
              <a:buChar char=""/>
              <a:tabLst>
                <a:tab algn="l" pos="0"/>
              </a:tabLst>
            </a:pPr>
            <a:r>
              <a:rPr b="0" lang="fr-FR" sz="2900" spc="-1" strike="noStrike">
                <a:solidFill>
                  <a:srgbClr val="000000"/>
                </a:solidFill>
                <a:latin typeface="Arial"/>
              </a:rPr>
              <a:t>un « Captcha » ;</a:t>
            </a:r>
            <a:endParaRPr b="0" lang="fr-FR" sz="2900" spc="-1" strike="noStrike">
              <a:solidFill>
                <a:srgbClr val="000000"/>
              </a:solidFill>
              <a:latin typeface="Arial"/>
            </a:endParaRPr>
          </a:p>
          <a:p>
            <a:pPr lvl="2" marL="1296000" indent="-288000" algn="just">
              <a:lnSpc>
                <a:spcPct val="100000"/>
              </a:lnSpc>
              <a:spcBef>
                <a:spcPts val="1026"/>
              </a:spcBef>
              <a:buClr>
                <a:srgbClr val="000000"/>
              </a:buClr>
              <a:buSzPct val="45000"/>
              <a:buFont typeface="Wingdings" charset="2"/>
              <a:buChar char=""/>
              <a:tabLst>
                <a:tab algn="l" pos="0"/>
              </a:tabLst>
            </a:pPr>
            <a:r>
              <a:rPr b="0" lang="fr-FR" sz="2900" spc="-1" strike="noStrike">
                <a:solidFill>
                  <a:srgbClr val="000000"/>
                </a:solidFill>
                <a:latin typeface="Arial"/>
              </a:rPr>
              <a:t>un verrouillage du compte après 10 échecs ;</a:t>
            </a:r>
            <a:endParaRPr b="0" lang="fr-FR" sz="2900" spc="-1" strike="noStrike">
              <a:solidFill>
                <a:srgbClr val="000000"/>
              </a:solidFill>
              <a:latin typeface="Arial"/>
            </a:endParaRPr>
          </a:p>
          <a:p>
            <a:pPr lvl="1" marL="864000" indent="-324000" algn="just">
              <a:lnSpc>
                <a:spcPct val="100000"/>
              </a:lnSpc>
              <a:spcBef>
                <a:spcPts val="1369"/>
              </a:spcBef>
              <a:buClr>
                <a:srgbClr val="000000"/>
              </a:buClr>
              <a:buSzPct val="75000"/>
              <a:buFont typeface="Symbol"/>
              <a:buChar char=""/>
              <a:tabLst>
                <a:tab algn="l" pos="0"/>
              </a:tabLst>
            </a:pPr>
            <a:r>
              <a:rPr b="0" lang="fr-FR" sz="3390" spc="-1" strike="noStrike">
                <a:solidFill>
                  <a:srgbClr val="000000"/>
                </a:solidFill>
                <a:latin typeface="Arial"/>
              </a:rPr>
              <a:t>12 caractères minimum et 4 types de caractères si l’authentification repose uniquement sur un mot de passe ;</a:t>
            </a:r>
            <a:endParaRPr b="0" lang="fr-FR" sz="339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tabLst>
                <a:tab algn="l" pos="0"/>
              </a:tabLst>
            </a:pPr>
            <a:r>
              <a:rPr b="0" lang="fr-FR" sz="3870" spc="-1" strike="noStrike">
                <a:solidFill>
                  <a:srgbClr val="000000"/>
                </a:solidFill>
                <a:latin typeface="Arial"/>
              </a:rPr>
              <a:t> </a:t>
            </a:r>
            <a:r>
              <a:rPr b="0" lang="fr-FR" sz="3870" spc="-1" strike="noStrike">
                <a:solidFill>
                  <a:srgbClr val="000000"/>
                </a:solidFill>
                <a:latin typeface="Arial"/>
              </a:rPr>
              <a:t>le mot de passe peut ne faire que 4 caractères si l’authentification s’appuie sur un matériel détenu par la personne et si le mot de passe n’est utilisé que pour déverrouiller le dispositif matériel détenu en propre par la personne (par exemple une carte à puce ou téléphone portable) et qui celui-ci se bloque à la 3ème tentative infructueuse</a:t>
            </a:r>
            <a:endParaRPr b="0" lang="fr-FR" sz="38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7" name="PlaceHolder 1"/>
          <p:cNvSpPr>
            <a:spLocks noGrp="1"/>
          </p:cNvSpPr>
          <p:nvPr>
            <p:ph type="title"/>
          </p:nvPr>
        </p:nvSpPr>
        <p:spPr>
          <a:xfrm>
            <a:off x="457200" y="273240"/>
            <a:ext cx="8226000" cy="1141560"/>
          </a:xfrm>
          <a:prstGeom prst="rect">
            <a:avLst/>
          </a:prstGeom>
          <a:noFill/>
          <a:ln w="0">
            <a:noFill/>
          </a:ln>
        </p:spPr>
        <p:txBody>
          <a:bodyPr lIns="0" rIns="0" tIns="0" bIns="0" anchor="ctr">
            <a:noAutofit/>
          </a:bodyPr>
          <a:p>
            <a:pPr indent="0" algn="ctr">
              <a:lnSpc>
                <a:spcPct val="100000"/>
              </a:lnSpc>
              <a:buNone/>
              <a:tabLst>
                <a:tab algn="l" pos="0"/>
              </a:tabLst>
            </a:pPr>
            <a:r>
              <a:rPr b="0" lang="fr-FR" sz="2800" spc="-1" strike="noStrike">
                <a:solidFill>
                  <a:srgbClr val="000000"/>
                </a:solidFill>
                <a:latin typeface="Arial"/>
              </a:rPr>
              <a:t>La sécurité et la confidentialité des données</a:t>
            </a:r>
            <a:endParaRPr b="0" lang="fr-FR" sz="2800" spc="-1" strike="noStrike">
              <a:solidFill>
                <a:srgbClr val="000000"/>
              </a:solidFill>
              <a:latin typeface="Arial"/>
            </a:endParaRPr>
          </a:p>
        </p:txBody>
      </p:sp>
      <p:sp>
        <p:nvSpPr>
          <p:cNvPr id="538" name="PlaceHolder 2"/>
          <p:cNvSpPr>
            <a:spLocks noGrp="1"/>
          </p:cNvSpPr>
          <p:nvPr>
            <p:ph/>
          </p:nvPr>
        </p:nvSpPr>
        <p:spPr>
          <a:xfrm>
            <a:off x="457200" y="1604520"/>
            <a:ext cx="8226000" cy="3974040"/>
          </a:xfrm>
          <a:prstGeom prst="rect">
            <a:avLst/>
          </a:prstGeom>
          <a:noFill/>
          <a:ln w="0">
            <a:noFill/>
          </a:ln>
        </p:spPr>
        <p:txBody>
          <a:bodyPr lIns="0" rIns="0" tIns="0" bIns="0" anchor="t">
            <a:normAutofit fontScale="27777"/>
          </a:bodyPr>
          <a:p>
            <a:pPr marL="432000" indent="-324000" algn="ctr">
              <a:lnSpc>
                <a:spcPct val="100000"/>
              </a:lnSpc>
              <a:spcBef>
                <a:spcPts val="1712"/>
              </a:spcBef>
              <a:buClr>
                <a:srgbClr val="000000"/>
              </a:buClr>
              <a:buSzPct val="45000"/>
              <a:buFont typeface="Wingdings" charset="2"/>
              <a:buChar char=""/>
            </a:pPr>
            <a:r>
              <a:rPr b="1" lang="fr-FR" sz="3200" spc="-1" strike="noStrike">
                <a:solidFill>
                  <a:srgbClr val="000000"/>
                </a:solidFill>
                <a:latin typeface="Arial"/>
              </a:rPr>
              <a:t>Gérer les habilitations</a:t>
            </a:r>
            <a:r>
              <a:rPr b="0" lang="fr-FR" sz="3870" spc="-1" strike="noStrike">
                <a:solidFill>
                  <a:srgbClr val="000000"/>
                </a:solidFill>
                <a:latin typeface="Arial"/>
              </a:rPr>
              <a:t> : limiter les accès aux seules données dont un utilisateur a besoin</a:t>
            </a:r>
            <a:endParaRPr b="0" lang="fr-FR" sz="3870" spc="-1" strike="noStrike">
              <a:solidFill>
                <a:srgbClr val="000000"/>
              </a:solidFill>
              <a:latin typeface="Arial"/>
            </a:endParaRPr>
          </a:p>
          <a:p>
            <a:pPr marL="432000" indent="-324000">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LES PRÉCAUTIONS ÉLÉMENTAIRES</a:t>
            </a:r>
            <a:endParaRPr b="0" lang="fr-FR" sz="3870" spc="-1" strike="noStrike">
              <a:solidFill>
                <a:srgbClr val="000000"/>
              </a:solidFill>
              <a:latin typeface="Arial"/>
            </a:endParaRPr>
          </a:p>
          <a:p>
            <a:pPr lvl="1" marL="864000" indent="-324000">
              <a:lnSpc>
                <a:spcPct val="100000"/>
              </a:lnSpc>
              <a:spcBef>
                <a:spcPts val="1369"/>
              </a:spcBef>
              <a:buClr>
                <a:srgbClr val="000000"/>
              </a:buClr>
              <a:buSzPct val="75000"/>
              <a:buFont typeface="Symbol"/>
              <a:buChar char=""/>
            </a:pPr>
            <a:r>
              <a:rPr b="0" lang="fr-FR" sz="3390" spc="-1" strike="noStrike">
                <a:solidFill>
                  <a:srgbClr val="000000"/>
                </a:solidFill>
                <a:latin typeface="Arial"/>
              </a:rPr>
              <a:t>Définir des profils d’habilitation dans les systèmes en séparant les tâches et les domaines de responsabilité, afin de limiter l’accès des utilisateurs aux seules données strictement nécessaires à l’accomplissement de leurs missions.</a:t>
            </a:r>
            <a:endParaRPr b="0" lang="fr-FR" sz="3390" spc="-1" strike="noStrike">
              <a:solidFill>
                <a:srgbClr val="000000"/>
              </a:solidFill>
              <a:latin typeface="Arial"/>
            </a:endParaRPr>
          </a:p>
          <a:p>
            <a:pPr lvl="1" marL="864000" indent="-324000">
              <a:lnSpc>
                <a:spcPct val="100000"/>
              </a:lnSpc>
              <a:spcBef>
                <a:spcPts val="1369"/>
              </a:spcBef>
              <a:buClr>
                <a:srgbClr val="000000"/>
              </a:buClr>
              <a:buSzPct val="75000"/>
              <a:buFont typeface="Symbol"/>
              <a:buChar char=""/>
            </a:pPr>
            <a:r>
              <a:rPr b="0" lang="fr-FR" sz="3390" spc="-1" strike="noStrike">
                <a:solidFill>
                  <a:srgbClr val="000000"/>
                </a:solidFill>
                <a:latin typeface="Arial"/>
              </a:rPr>
              <a:t>Supprimer les permissions d’accès des utilisateurs dès qu’ils ne sont plus habilités à accéder à un local ou à une ressource informatique, ainsi qu’à la fin de leur contrat.</a:t>
            </a:r>
            <a:endParaRPr b="0" lang="fr-FR" sz="3390" spc="-1" strike="noStrike">
              <a:solidFill>
                <a:srgbClr val="000000"/>
              </a:solidFill>
              <a:latin typeface="Arial"/>
            </a:endParaRPr>
          </a:p>
          <a:p>
            <a:pPr lvl="1" marL="864000" indent="-324000">
              <a:lnSpc>
                <a:spcPct val="100000"/>
              </a:lnSpc>
              <a:spcBef>
                <a:spcPts val="1369"/>
              </a:spcBef>
              <a:buClr>
                <a:srgbClr val="000000"/>
              </a:buClr>
              <a:buSzPct val="75000"/>
              <a:buFont typeface="Symbol"/>
              <a:buChar char=""/>
            </a:pPr>
            <a:r>
              <a:rPr b="0" lang="fr-FR" sz="3390" spc="-1" strike="noStrike">
                <a:solidFill>
                  <a:srgbClr val="000000"/>
                </a:solidFill>
                <a:latin typeface="Arial"/>
              </a:rPr>
              <a:t>Réaliser une revue annuelle des habilitations afin d’identifier et de supprimer les comptes non utilisés et de réaligner les droits accordés sur les fonctions de chaque utilisateur.</a:t>
            </a:r>
            <a:endParaRPr b="0" lang="fr-FR" sz="3390" spc="-1" strike="noStrike">
              <a:solidFill>
                <a:srgbClr val="000000"/>
              </a:solidFill>
              <a:latin typeface="Arial"/>
            </a:endParaRPr>
          </a:p>
          <a:p>
            <a:pPr marL="432000" indent="-324000">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 </a:t>
            </a:r>
            <a:r>
              <a:rPr b="0" lang="fr-FR" sz="3870" spc="-1" strike="noStrike">
                <a:solidFill>
                  <a:srgbClr val="000000"/>
                </a:solidFill>
                <a:latin typeface="Arial"/>
              </a:rPr>
              <a:t>CE QU’IL NE FAUT PAS FAIRE</a:t>
            </a:r>
            <a:endParaRPr b="0" lang="fr-FR" sz="3870" spc="-1" strike="noStrike">
              <a:solidFill>
                <a:srgbClr val="000000"/>
              </a:solidFill>
              <a:latin typeface="Arial"/>
            </a:endParaRPr>
          </a:p>
          <a:p>
            <a:pPr lvl="1" marL="864000" indent="-324000">
              <a:lnSpc>
                <a:spcPct val="100000"/>
              </a:lnSpc>
              <a:spcBef>
                <a:spcPts val="1369"/>
              </a:spcBef>
              <a:buClr>
                <a:srgbClr val="000000"/>
              </a:buClr>
              <a:buSzPct val="75000"/>
              <a:buFont typeface="Symbol"/>
              <a:buChar char=""/>
            </a:pPr>
            <a:r>
              <a:rPr b="0" lang="fr-FR" sz="3390" spc="-1" strike="noStrike">
                <a:solidFill>
                  <a:srgbClr val="000000"/>
                </a:solidFill>
                <a:latin typeface="Arial"/>
              </a:rPr>
              <a:t>Créer ou utiliser des comptes partagés par plusieurs personnes.</a:t>
            </a:r>
            <a:endParaRPr b="0" lang="fr-FR" sz="3390" spc="-1" strike="noStrike">
              <a:solidFill>
                <a:srgbClr val="000000"/>
              </a:solidFill>
              <a:latin typeface="Arial"/>
            </a:endParaRPr>
          </a:p>
          <a:p>
            <a:pPr lvl="1" marL="864000" indent="-324000">
              <a:lnSpc>
                <a:spcPct val="100000"/>
              </a:lnSpc>
              <a:spcBef>
                <a:spcPts val="1369"/>
              </a:spcBef>
              <a:buClr>
                <a:srgbClr val="000000"/>
              </a:buClr>
              <a:buSzPct val="75000"/>
              <a:buFont typeface="Symbol"/>
              <a:buChar char=""/>
            </a:pPr>
            <a:r>
              <a:rPr b="0" lang="fr-FR" sz="3390" spc="-1" strike="noStrike">
                <a:solidFill>
                  <a:srgbClr val="000000"/>
                </a:solidFill>
                <a:latin typeface="Arial"/>
              </a:rPr>
              <a:t>Donner des droits d’administrateurs à des utilisateurs n’en ayant pas besoin.</a:t>
            </a:r>
            <a:endParaRPr b="0" lang="fr-FR" sz="3390" spc="-1" strike="noStrike">
              <a:solidFill>
                <a:srgbClr val="000000"/>
              </a:solidFill>
              <a:latin typeface="Arial"/>
            </a:endParaRPr>
          </a:p>
          <a:p>
            <a:pPr lvl="1" marL="864000" indent="-324000">
              <a:lnSpc>
                <a:spcPct val="100000"/>
              </a:lnSpc>
              <a:spcBef>
                <a:spcPts val="1369"/>
              </a:spcBef>
              <a:buClr>
                <a:srgbClr val="000000"/>
              </a:buClr>
              <a:buSzPct val="75000"/>
              <a:buFont typeface="Symbol"/>
              <a:buChar char=""/>
            </a:pPr>
            <a:r>
              <a:rPr b="0" lang="fr-FR" sz="3390" spc="-1" strike="noStrike">
                <a:solidFill>
                  <a:srgbClr val="000000"/>
                </a:solidFill>
                <a:latin typeface="Arial"/>
              </a:rPr>
              <a:t>Accorder à un utilisateur plus de privilèges que nécessaire.</a:t>
            </a:r>
            <a:endParaRPr b="0" lang="fr-FR" sz="3390" spc="-1" strike="noStrike">
              <a:solidFill>
                <a:srgbClr val="000000"/>
              </a:solidFill>
              <a:latin typeface="Arial"/>
            </a:endParaRPr>
          </a:p>
          <a:p>
            <a:pPr lvl="1" marL="864000" indent="-324000">
              <a:lnSpc>
                <a:spcPct val="100000"/>
              </a:lnSpc>
              <a:spcBef>
                <a:spcPts val="1369"/>
              </a:spcBef>
              <a:buClr>
                <a:srgbClr val="000000"/>
              </a:buClr>
              <a:buSzPct val="75000"/>
              <a:buFont typeface="Symbol"/>
              <a:buChar char=""/>
            </a:pPr>
            <a:r>
              <a:rPr b="0" lang="fr-FR" sz="3390" spc="-1" strike="noStrike">
                <a:solidFill>
                  <a:srgbClr val="000000"/>
                </a:solidFill>
                <a:latin typeface="Arial"/>
              </a:rPr>
              <a:t>Oublier de retirer des autorisations temporaires accordées à un utilisateur (pour un remplacement, par exemple).</a:t>
            </a:r>
            <a:endParaRPr b="0" lang="fr-FR" sz="3390" spc="-1" strike="noStrike">
              <a:solidFill>
                <a:srgbClr val="000000"/>
              </a:solidFill>
              <a:latin typeface="Arial"/>
            </a:endParaRPr>
          </a:p>
          <a:p>
            <a:pPr lvl="1" marL="864000" indent="-324000">
              <a:lnSpc>
                <a:spcPct val="100000"/>
              </a:lnSpc>
              <a:spcBef>
                <a:spcPts val="1369"/>
              </a:spcBef>
              <a:buClr>
                <a:srgbClr val="000000"/>
              </a:buClr>
              <a:buSzPct val="75000"/>
              <a:buFont typeface="Symbol"/>
              <a:buChar char=""/>
            </a:pPr>
            <a:r>
              <a:rPr b="0" lang="fr-FR" sz="3390" spc="-1" strike="noStrike">
                <a:solidFill>
                  <a:srgbClr val="000000"/>
                </a:solidFill>
                <a:latin typeface="Arial"/>
              </a:rPr>
              <a:t>Oublier de supprimer les comptes utilisateurs des personnes ayant quitté l’organisation ou ayant changé de fonction</a:t>
            </a:r>
            <a:endParaRPr b="0" lang="fr-FR" sz="339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9" name="PlaceHolder 1"/>
          <p:cNvSpPr>
            <a:spLocks noGrp="1"/>
          </p:cNvSpPr>
          <p:nvPr>
            <p:ph type="title"/>
          </p:nvPr>
        </p:nvSpPr>
        <p:spPr>
          <a:xfrm>
            <a:off x="457200" y="273240"/>
            <a:ext cx="8226000" cy="1141560"/>
          </a:xfrm>
          <a:prstGeom prst="rect">
            <a:avLst/>
          </a:prstGeom>
          <a:noFill/>
          <a:ln w="0">
            <a:noFill/>
          </a:ln>
        </p:spPr>
        <p:txBody>
          <a:bodyPr lIns="0" rIns="0" tIns="0" bIns="0" anchor="ctr">
            <a:noAutofit/>
          </a:bodyPr>
          <a:p>
            <a:pPr indent="0" algn="ctr">
              <a:lnSpc>
                <a:spcPct val="100000"/>
              </a:lnSpc>
              <a:buNone/>
              <a:tabLst>
                <a:tab algn="l" pos="0"/>
              </a:tabLst>
            </a:pPr>
            <a:r>
              <a:rPr b="0" lang="fr-FR" sz="2800" spc="-1" strike="noStrike">
                <a:solidFill>
                  <a:srgbClr val="000000"/>
                </a:solidFill>
                <a:latin typeface="Arial"/>
              </a:rPr>
              <a:t>La sécurité et la confidentialité des données</a:t>
            </a:r>
            <a:endParaRPr b="0" lang="fr-FR" sz="2800" spc="-1" strike="noStrike">
              <a:solidFill>
                <a:srgbClr val="000000"/>
              </a:solidFill>
              <a:latin typeface="Arial"/>
            </a:endParaRPr>
          </a:p>
        </p:txBody>
      </p:sp>
      <p:sp>
        <p:nvSpPr>
          <p:cNvPr id="540" name="PlaceHolder 2"/>
          <p:cNvSpPr>
            <a:spLocks noGrp="1"/>
          </p:cNvSpPr>
          <p:nvPr>
            <p:ph/>
          </p:nvPr>
        </p:nvSpPr>
        <p:spPr>
          <a:xfrm>
            <a:off x="457200" y="1326960"/>
            <a:ext cx="8226000" cy="4863240"/>
          </a:xfrm>
          <a:prstGeom prst="rect">
            <a:avLst/>
          </a:prstGeom>
          <a:noFill/>
          <a:ln w="0">
            <a:noFill/>
          </a:ln>
        </p:spPr>
        <p:txBody>
          <a:bodyPr lIns="0" rIns="0" tIns="0" bIns="0" anchor="t">
            <a:normAutofit fontScale="31111"/>
          </a:bodyPr>
          <a:p>
            <a:pPr marL="432000" indent="-324000" algn="ctr">
              <a:lnSpc>
                <a:spcPct val="100000"/>
              </a:lnSpc>
              <a:spcBef>
                <a:spcPts val="1712"/>
              </a:spcBef>
              <a:buClr>
                <a:srgbClr val="000000"/>
              </a:buClr>
              <a:buSzPct val="45000"/>
              <a:buFont typeface="Wingdings" charset="2"/>
              <a:buChar char=""/>
            </a:pPr>
            <a:r>
              <a:rPr b="1" lang="fr-FR" sz="3200" spc="-1" strike="noStrike">
                <a:solidFill>
                  <a:srgbClr val="000000"/>
                </a:solidFill>
                <a:latin typeface="Arial"/>
              </a:rPr>
              <a:t>Tracer les accès et prévoir des procédures pour gérer les incidents</a:t>
            </a:r>
            <a:endParaRPr b="0" lang="fr-FR" sz="3200" spc="-1" strike="noStrike">
              <a:solidFill>
                <a:srgbClr val="000000"/>
              </a:solidFill>
              <a:latin typeface="Arial"/>
            </a:endParaRPr>
          </a:p>
          <a:p>
            <a:pPr marL="432000" indent="-324000">
              <a:lnSpc>
                <a:spcPct val="100000"/>
              </a:lnSpc>
              <a:spcBef>
                <a:spcPts val="1712"/>
              </a:spcBef>
              <a:buClr>
                <a:srgbClr val="000000"/>
              </a:buClr>
              <a:buSzPct val="45000"/>
              <a:buFont typeface="Wingdings" charset="2"/>
              <a:buChar char=""/>
            </a:pPr>
            <a:r>
              <a:rPr b="1" lang="fr-FR" sz="3200" spc="-1" strike="noStrike">
                <a:solidFill>
                  <a:srgbClr val="000000"/>
                </a:solidFill>
                <a:latin typeface="Arial"/>
              </a:rPr>
              <a:t>Prévoir un système de journalisation</a:t>
            </a:r>
            <a:r>
              <a:rPr b="0" lang="fr-FR" sz="3870" spc="-1" strike="noStrike">
                <a:solidFill>
                  <a:srgbClr val="000000"/>
                </a:solidFill>
                <a:latin typeface="Arial"/>
              </a:rPr>
              <a:t> (c’est-à-dire un enregistrement dans des « fichiers journaux » ou « logs ») des activités des utilisateurs, des anomalies et des événements liés à la sécurité :</a:t>
            </a:r>
            <a:endParaRPr b="0" lang="fr-FR" sz="3870" spc="-1" strike="noStrike">
              <a:solidFill>
                <a:srgbClr val="000000"/>
              </a:solidFill>
              <a:latin typeface="Arial"/>
            </a:endParaRPr>
          </a:p>
          <a:p>
            <a:pPr lvl="2" marL="1296000" indent="-288000">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ces journaux doivent conserver les évènements sur une période glissante ne pouvant excéder six mois (sauf obligation légale, ou risque particulièrement important) ;</a:t>
            </a:r>
            <a:endParaRPr b="0" lang="fr-FR" sz="2900" spc="-1" strike="noStrike">
              <a:solidFill>
                <a:srgbClr val="000000"/>
              </a:solidFill>
              <a:latin typeface="Arial"/>
            </a:endParaRPr>
          </a:p>
          <a:p>
            <a:pPr lvl="2" marL="1296000" indent="-288000">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la journalisation doit concerner, au minimum, les accès des utilisateurs en incluant leur identifiant, la date et l’heure de leur connexion, et la date et l’heure de leur déconnexion ; </a:t>
            </a:r>
            <a:endParaRPr b="0" lang="fr-FR" sz="2900" spc="-1" strike="noStrike">
              <a:solidFill>
                <a:srgbClr val="000000"/>
              </a:solidFill>
              <a:latin typeface="Arial"/>
            </a:endParaRPr>
          </a:p>
          <a:p>
            <a:pPr indent="0">
              <a:lnSpc>
                <a:spcPct val="100000"/>
              </a:lnSpc>
              <a:spcBef>
                <a:spcPts val="1712"/>
              </a:spcBef>
              <a:buNone/>
              <a:tabLst>
                <a:tab algn="l" pos="0"/>
              </a:tabLst>
            </a:pPr>
            <a:endParaRPr b="0" lang="fr-FR" sz="3870" spc="-1" strike="noStrike">
              <a:solidFill>
                <a:srgbClr val="000000"/>
              </a:solidFill>
              <a:latin typeface="Arial"/>
            </a:endParaRPr>
          </a:p>
          <a:p>
            <a:pPr marL="432000" indent="-324000">
              <a:lnSpc>
                <a:spcPct val="100000"/>
              </a:lnSpc>
              <a:spcBef>
                <a:spcPts val="1712"/>
              </a:spcBef>
              <a:buClr>
                <a:srgbClr val="000000"/>
              </a:buClr>
              <a:buSzPct val="45000"/>
              <a:buFont typeface="Wingdings" charset="2"/>
              <a:buChar char=""/>
              <a:tabLst>
                <a:tab algn="l" pos="0"/>
              </a:tabLst>
            </a:pPr>
            <a:r>
              <a:rPr b="0" lang="fr-FR" sz="3870" spc="-1" strike="noStrike">
                <a:solidFill>
                  <a:srgbClr val="000000"/>
                </a:solidFill>
                <a:latin typeface="Arial"/>
              </a:rPr>
              <a:t>I</a:t>
            </a:r>
            <a:r>
              <a:rPr b="1" lang="fr-FR" sz="3200" spc="-1" strike="noStrike">
                <a:solidFill>
                  <a:srgbClr val="000000"/>
                </a:solidFill>
                <a:latin typeface="Arial"/>
              </a:rPr>
              <a:t>nformer les utilisateurs de la mise en place d’un tel système,</a:t>
            </a:r>
            <a:r>
              <a:rPr b="0" lang="fr-FR" sz="3870" spc="-1" strike="noStrike">
                <a:solidFill>
                  <a:srgbClr val="000000"/>
                </a:solidFill>
                <a:latin typeface="Arial"/>
              </a:rPr>
              <a:t> après information et consultation des représentants du personnel. </a:t>
            </a:r>
            <a:endParaRPr b="0" lang="fr-FR" sz="3870" spc="-1" strike="noStrike">
              <a:solidFill>
                <a:srgbClr val="000000"/>
              </a:solidFill>
              <a:latin typeface="Arial"/>
            </a:endParaRPr>
          </a:p>
          <a:p>
            <a:pPr marL="432000" indent="-324000">
              <a:lnSpc>
                <a:spcPct val="100000"/>
              </a:lnSpc>
              <a:spcBef>
                <a:spcPts val="1712"/>
              </a:spcBef>
              <a:buClr>
                <a:srgbClr val="000000"/>
              </a:buClr>
              <a:buSzPct val="45000"/>
              <a:buFont typeface="Wingdings" charset="2"/>
              <a:buChar char=""/>
              <a:tabLst>
                <a:tab algn="l" pos="0"/>
              </a:tabLst>
            </a:pPr>
            <a:r>
              <a:rPr b="1" lang="fr-FR" sz="3200" spc="-1" strike="noStrike">
                <a:solidFill>
                  <a:srgbClr val="000000"/>
                </a:solidFill>
                <a:latin typeface="Arial"/>
              </a:rPr>
              <a:t>Protéger les équipements de journalisation et les informations journalisées contre les accès non autorisés</a:t>
            </a:r>
            <a:r>
              <a:rPr b="0" lang="fr-FR" sz="3870" spc="-1" strike="noStrike">
                <a:solidFill>
                  <a:srgbClr val="000000"/>
                </a:solidFill>
                <a:latin typeface="Arial"/>
              </a:rPr>
              <a:t>, notamment en les rendant inaccessibles aux personnes dont l’activité est journalisée. </a:t>
            </a:r>
            <a:endParaRPr b="0" lang="fr-FR" sz="3870" spc="-1" strike="noStrike">
              <a:solidFill>
                <a:srgbClr val="000000"/>
              </a:solidFill>
              <a:latin typeface="Arial"/>
            </a:endParaRPr>
          </a:p>
          <a:p>
            <a:pPr marL="432000" indent="-324000">
              <a:lnSpc>
                <a:spcPct val="100000"/>
              </a:lnSpc>
              <a:spcBef>
                <a:spcPts val="1712"/>
              </a:spcBef>
              <a:buClr>
                <a:srgbClr val="000000"/>
              </a:buClr>
              <a:buSzPct val="45000"/>
              <a:buFont typeface="Wingdings" charset="2"/>
              <a:buChar char=""/>
              <a:tabLst>
                <a:tab algn="l" pos="0"/>
              </a:tabLst>
            </a:pPr>
            <a:r>
              <a:rPr b="0" lang="fr-FR" sz="3870" spc="-1" strike="noStrike">
                <a:solidFill>
                  <a:srgbClr val="000000"/>
                </a:solidFill>
                <a:latin typeface="Arial"/>
              </a:rPr>
              <a:t>Établir des procédures détaillant la surveillance de l’utilisation du traitement et examiner périodiquement les journaux d’événements pour y détecter d’éventuelles anomalies. </a:t>
            </a:r>
            <a:endParaRPr b="0" lang="fr-FR" sz="3870" spc="-1" strike="noStrike">
              <a:solidFill>
                <a:srgbClr val="000000"/>
              </a:solidFill>
              <a:latin typeface="Arial"/>
            </a:endParaRPr>
          </a:p>
          <a:p>
            <a:pPr marL="432000" indent="-324000">
              <a:lnSpc>
                <a:spcPct val="100000"/>
              </a:lnSpc>
              <a:spcBef>
                <a:spcPts val="1712"/>
              </a:spcBef>
              <a:buClr>
                <a:srgbClr val="000000"/>
              </a:buClr>
              <a:buSzPct val="45000"/>
              <a:buFont typeface="Wingdings" charset="2"/>
              <a:buChar char=""/>
              <a:tabLst>
                <a:tab algn="l" pos="0"/>
              </a:tabLst>
            </a:pPr>
            <a:r>
              <a:rPr b="0" lang="fr-FR" sz="3870" spc="-1" strike="noStrike">
                <a:solidFill>
                  <a:srgbClr val="000000"/>
                </a:solidFill>
                <a:latin typeface="Arial"/>
              </a:rPr>
              <a:t>Assurer que les gestionnaires du dispositif de gestion des traces notifient, dans les plus brefs délais, toute anomalie ou tout incident de sécurité au responsable de traitement.</a:t>
            </a:r>
            <a:endParaRPr b="0" lang="fr-FR" sz="3870" spc="-1" strike="noStrike">
              <a:solidFill>
                <a:srgbClr val="000000"/>
              </a:solidFill>
              <a:latin typeface="Arial"/>
            </a:endParaRPr>
          </a:p>
          <a:p>
            <a:pPr marL="432000" indent="-324000">
              <a:lnSpc>
                <a:spcPct val="100000"/>
              </a:lnSpc>
              <a:spcBef>
                <a:spcPts val="1712"/>
              </a:spcBef>
              <a:buClr>
                <a:srgbClr val="000000"/>
              </a:buClr>
              <a:buSzPct val="45000"/>
              <a:buFont typeface="Wingdings" charset="2"/>
              <a:buChar char=""/>
              <a:tabLst>
                <a:tab algn="l" pos="0"/>
              </a:tabLst>
            </a:pPr>
            <a:r>
              <a:rPr b="0" lang="fr-FR" sz="3870" spc="-1" strike="noStrike">
                <a:solidFill>
                  <a:srgbClr val="000000"/>
                </a:solidFill>
                <a:latin typeface="Arial"/>
              </a:rPr>
              <a:t>Notifier toute violation de données à caractère personnel à la CNIL et, sauf exception prévue par le RGPD, aux personnes concernées pour qu’elles puissent en limiter les conséquences</a:t>
            </a:r>
            <a:endParaRPr b="0" lang="fr-FR" sz="38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1" name="PlaceHolder 1"/>
          <p:cNvSpPr>
            <a:spLocks noGrp="1"/>
          </p:cNvSpPr>
          <p:nvPr>
            <p:ph type="title"/>
          </p:nvPr>
        </p:nvSpPr>
        <p:spPr>
          <a:xfrm>
            <a:off x="457200" y="273240"/>
            <a:ext cx="8226000" cy="1141560"/>
          </a:xfrm>
          <a:prstGeom prst="rect">
            <a:avLst/>
          </a:prstGeom>
          <a:noFill/>
          <a:ln w="0">
            <a:noFill/>
          </a:ln>
        </p:spPr>
        <p:txBody>
          <a:bodyPr lIns="0" rIns="0" tIns="0" bIns="0" anchor="ctr">
            <a:noAutofit/>
          </a:bodyPr>
          <a:p>
            <a:pPr indent="0" algn="ctr">
              <a:lnSpc>
                <a:spcPct val="100000"/>
              </a:lnSpc>
              <a:buNone/>
              <a:tabLst>
                <a:tab algn="l" pos="0"/>
              </a:tabLst>
            </a:pPr>
            <a:r>
              <a:rPr b="0" lang="fr-FR" sz="2800" spc="-1" strike="noStrike">
                <a:solidFill>
                  <a:srgbClr val="000000"/>
                </a:solidFill>
                <a:latin typeface="Arial"/>
              </a:rPr>
              <a:t>La sécurité et la confidentialité des données</a:t>
            </a:r>
            <a:endParaRPr b="0" lang="fr-FR" sz="2800" spc="-1" strike="noStrike">
              <a:solidFill>
                <a:srgbClr val="000000"/>
              </a:solidFill>
              <a:latin typeface="Arial"/>
            </a:endParaRPr>
          </a:p>
        </p:txBody>
      </p:sp>
      <p:sp>
        <p:nvSpPr>
          <p:cNvPr id="542" name="PlaceHolder 2"/>
          <p:cNvSpPr>
            <a:spLocks noGrp="1"/>
          </p:cNvSpPr>
          <p:nvPr>
            <p:ph/>
          </p:nvPr>
        </p:nvSpPr>
        <p:spPr>
          <a:xfrm>
            <a:off x="457200" y="1326960"/>
            <a:ext cx="8226000" cy="5084280"/>
          </a:xfrm>
          <a:prstGeom prst="rect">
            <a:avLst/>
          </a:prstGeom>
          <a:noFill/>
          <a:ln w="0">
            <a:noFill/>
          </a:ln>
        </p:spPr>
        <p:txBody>
          <a:bodyPr lIns="0" rIns="0" tIns="0" bIns="0" anchor="t">
            <a:normAutofit fontScale="31111"/>
          </a:bodyPr>
          <a:p>
            <a:pPr lvl="1" marL="864000" indent="-324000" algn="ctr">
              <a:lnSpc>
                <a:spcPct val="100000"/>
              </a:lnSpc>
              <a:spcBef>
                <a:spcPts val="1369"/>
              </a:spcBef>
              <a:buClr>
                <a:srgbClr val="000000"/>
              </a:buClr>
              <a:buSzPct val="75000"/>
              <a:buFont typeface="Symbol"/>
              <a:buChar char=""/>
            </a:pPr>
            <a:r>
              <a:rPr b="1" lang="fr-FR" sz="2800" spc="-1" strike="noStrike">
                <a:solidFill>
                  <a:srgbClr val="000000"/>
                </a:solidFill>
                <a:latin typeface="Arial"/>
              </a:rPr>
              <a:t>Sécuriser les postes de travail : les précautions élémentaires</a:t>
            </a:r>
            <a:endParaRPr b="0" lang="fr-FR" sz="2800" spc="-1" strike="noStrike">
              <a:solidFill>
                <a:srgbClr val="000000"/>
              </a:solidFill>
              <a:latin typeface="Arial"/>
            </a:endParaRPr>
          </a:p>
          <a:p>
            <a:pPr marL="432000" indent="-324000">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Prévoir un mécanisme de verrouillage automatique de session en cas de non-utilisation du poste pendant un temps donné.</a:t>
            </a:r>
            <a:endParaRPr b="0" lang="fr-FR" sz="3870" spc="-1" strike="noStrike">
              <a:solidFill>
                <a:srgbClr val="000000"/>
              </a:solidFill>
              <a:latin typeface="Arial"/>
            </a:endParaRPr>
          </a:p>
          <a:p>
            <a:pPr marL="432000" indent="-324000">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Installer un « pare-feu » (« firewall ») logiciel, et limiter l’ouverture des ports de  me</a:t>
            </a:r>
            <a:endParaRPr b="0" lang="fr-FR" sz="3870" spc="-1" strike="noStrike">
              <a:solidFill>
                <a:srgbClr val="000000"/>
              </a:solidFill>
              <a:latin typeface="Arial"/>
            </a:endParaRPr>
          </a:p>
          <a:p>
            <a:pPr marL="432000" indent="-324000">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Utiliser des antivirus régulièrement mis à jour et prévoir une politique de mise à jour régulière des logiciels</a:t>
            </a:r>
            <a:endParaRPr b="0" lang="fr-FR" sz="3870" spc="-1" strike="noStrike">
              <a:solidFill>
                <a:srgbClr val="000000"/>
              </a:solidFill>
              <a:latin typeface="Arial"/>
            </a:endParaRPr>
          </a:p>
          <a:p>
            <a:pPr marL="432000" indent="-324000">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Configurer les logiciels pour que les mises à jour de sécurité se fassent automatiquement dès que cela est possible.</a:t>
            </a:r>
            <a:endParaRPr b="0" lang="fr-FR" sz="3870" spc="-1" strike="noStrike">
              <a:solidFill>
                <a:srgbClr val="000000"/>
              </a:solidFill>
              <a:latin typeface="Arial"/>
            </a:endParaRPr>
          </a:p>
          <a:p>
            <a:pPr marL="432000" indent="-324000">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Favoriser le stockage des données des utilisateurs sur un espace de stockage régulièrement sauvegardé accessible via le réseau de l’organisme plutôt que sur les postes de travail. Dans le cas où des données sont stockées localement, fournir des moyens de synchronisation ou de sauvegarde aux utilisateurs et les former à leur utilisation.</a:t>
            </a:r>
            <a:endParaRPr b="0" lang="fr-FR" sz="3870" spc="-1" strike="noStrike">
              <a:solidFill>
                <a:srgbClr val="000000"/>
              </a:solidFill>
              <a:latin typeface="Arial"/>
            </a:endParaRPr>
          </a:p>
          <a:p>
            <a:pPr marL="432000" indent="-324000">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Limiter la connexion de supports mobiles (clés USB, disques durs externes, etc.) à l’indispensable. </a:t>
            </a:r>
            <a:endParaRPr b="0" lang="fr-FR" sz="3870" spc="-1" strike="noStrike">
              <a:solidFill>
                <a:srgbClr val="000000"/>
              </a:solidFill>
              <a:latin typeface="Arial"/>
            </a:endParaRPr>
          </a:p>
          <a:p>
            <a:pPr marL="432000" indent="-324000">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Désactiver l’exécution automatique (« autorun ») depuis des supports amovibles. </a:t>
            </a:r>
            <a:endParaRPr b="0" lang="fr-FR" sz="3870" spc="-1" strike="noStrike">
              <a:solidFill>
                <a:srgbClr val="000000"/>
              </a:solidFill>
              <a:latin typeface="Arial"/>
            </a:endParaRPr>
          </a:p>
          <a:p>
            <a:pPr marL="432000" indent="-324000">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Pour l’assistance sur les postes de travail :</a:t>
            </a:r>
            <a:endParaRPr b="0" lang="fr-FR" sz="3870" spc="-1" strike="noStrike">
              <a:solidFill>
                <a:srgbClr val="000000"/>
              </a:solidFill>
              <a:latin typeface="Arial"/>
            </a:endParaRPr>
          </a:p>
          <a:p>
            <a:pPr lvl="2" marL="1296000" indent="-288000">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les outils d’administration à distance doivent recueillir l’accord de l’utilisateur avant toute intervention sur son poste, par exemple en répondant à un message s’affichant à l’écran ;</a:t>
            </a:r>
            <a:endParaRPr b="0" lang="fr-FR" sz="2900" spc="-1" strike="noStrike">
              <a:solidFill>
                <a:srgbClr val="000000"/>
              </a:solidFill>
              <a:latin typeface="Arial"/>
            </a:endParaRPr>
          </a:p>
          <a:p>
            <a:pPr lvl="2" marL="1296000" indent="-288000">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l’utilisateur doit également pouvoir constater si la prise de main à distance est en cours et quand elle se termine, par exemple grâce à l’affichage d’un message à l’écran</a:t>
            </a:r>
            <a:endParaRPr b="0" lang="fr-FR" sz="2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3" name="PlaceHolder 1"/>
          <p:cNvSpPr>
            <a:spLocks noGrp="1"/>
          </p:cNvSpPr>
          <p:nvPr>
            <p:ph type="title"/>
          </p:nvPr>
        </p:nvSpPr>
        <p:spPr>
          <a:xfrm>
            <a:off x="457200" y="273240"/>
            <a:ext cx="8226000" cy="1141560"/>
          </a:xfrm>
          <a:prstGeom prst="rect">
            <a:avLst/>
          </a:prstGeom>
          <a:noFill/>
          <a:ln w="0">
            <a:noFill/>
          </a:ln>
        </p:spPr>
        <p:txBody>
          <a:bodyPr lIns="0" rIns="0" tIns="0" bIns="0" anchor="ctr">
            <a:noAutofit/>
          </a:bodyPr>
          <a:p>
            <a:pPr indent="0" algn="ctr">
              <a:lnSpc>
                <a:spcPct val="100000"/>
              </a:lnSpc>
              <a:buNone/>
              <a:tabLst>
                <a:tab algn="l" pos="0"/>
              </a:tabLst>
            </a:pPr>
            <a:r>
              <a:rPr b="0" lang="fr-FR" sz="2800" spc="-1" strike="noStrike">
                <a:solidFill>
                  <a:srgbClr val="000000"/>
                </a:solidFill>
                <a:latin typeface="Arial"/>
              </a:rPr>
              <a:t>La sécurité et la confidentialité des données</a:t>
            </a:r>
            <a:endParaRPr b="0" lang="fr-FR" sz="2800" spc="-1" strike="noStrike">
              <a:solidFill>
                <a:srgbClr val="000000"/>
              </a:solidFill>
              <a:latin typeface="Arial"/>
            </a:endParaRPr>
          </a:p>
        </p:txBody>
      </p:sp>
      <p:sp>
        <p:nvSpPr>
          <p:cNvPr id="544" name="PlaceHolder 2"/>
          <p:cNvSpPr>
            <a:spLocks noGrp="1"/>
          </p:cNvSpPr>
          <p:nvPr>
            <p:ph/>
          </p:nvPr>
        </p:nvSpPr>
        <p:spPr>
          <a:xfrm>
            <a:off x="457200" y="1604520"/>
            <a:ext cx="8226000" cy="3974040"/>
          </a:xfrm>
          <a:prstGeom prst="rect">
            <a:avLst/>
          </a:prstGeom>
          <a:noFill/>
          <a:ln w="0">
            <a:noFill/>
          </a:ln>
        </p:spPr>
        <p:txBody>
          <a:bodyPr lIns="0" rIns="0" tIns="0" bIns="0" anchor="t">
            <a:normAutofit fontScale="27777"/>
          </a:bodyPr>
          <a:p>
            <a:pPr marL="432000" indent="-324000" algn="ctr">
              <a:lnSpc>
                <a:spcPct val="100000"/>
              </a:lnSpc>
              <a:spcBef>
                <a:spcPts val="1712"/>
              </a:spcBef>
              <a:buClr>
                <a:srgbClr val="000000"/>
              </a:buClr>
              <a:buSzPct val="45000"/>
              <a:buFont typeface="Wingdings" charset="2"/>
              <a:buChar char=""/>
            </a:pPr>
            <a:r>
              <a:rPr b="1" lang="fr-FR" sz="3200" spc="-1" strike="noStrike">
                <a:solidFill>
                  <a:srgbClr val="000000"/>
                </a:solidFill>
                <a:latin typeface="Arial"/>
              </a:rPr>
              <a:t>Sécuriser l’informatique mobile </a:t>
            </a:r>
            <a:r>
              <a:rPr b="0" lang="fr-FR" sz="3870" spc="-1" strike="noStrike">
                <a:solidFill>
                  <a:srgbClr val="000000"/>
                </a:solidFill>
                <a:latin typeface="Arial"/>
              </a:rPr>
              <a:t>: anticiper l’atteinte à la sécurité des données consécutive au vol ou à la perte d’un équipement mobile.</a:t>
            </a:r>
            <a:endParaRPr b="0" lang="fr-FR" sz="387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Sensibiliser les utilisateurs aux risques spécifiques liés à l’utilisation d’outils informatiques mobiles (ex : vol de matériel) et aux procédures prévues pour les limiter.</a:t>
            </a:r>
            <a:endParaRPr b="0" lang="fr-FR" sz="387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Mettre en œuvre des mécanismes maîtrisés de sauvegardes ou de synchronisation des postes nomades, pour se prémunir contre la disparition des données stockées. </a:t>
            </a:r>
            <a:endParaRPr b="0" lang="fr-FR" sz="387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Prévoir des moyens de chiffrement des postes nomades et supports de stockage mobiles (ordinateur portable, clés USB, disque dur externes, CD-R, DVD-RW, etc.), par exemple :</a:t>
            </a:r>
            <a:endParaRPr b="0" lang="fr-FR" sz="387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le chiffrement du disque dur dans sa totalité lorsque le système d’exploitation le propose ;</a:t>
            </a:r>
            <a:endParaRPr b="0" lang="fr-FR" sz="387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le chiffrement fichier par fichier ;</a:t>
            </a:r>
            <a:endParaRPr b="0" lang="fr-FR" sz="387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la création de conteneurs (fichier susceptible de contenir plusieurs fichiers) chiffrés. De nombreux ordinateurs portables intègrent une solution de chiffrement du disque dur : le cas échéant, il convient d’utiliser cette fonctionnalité.</a:t>
            </a:r>
            <a:endParaRPr b="0" lang="fr-FR" sz="387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Concernant les smartphones, en plus du code PIN de la carte SIM, activer le verrouillage automatique du terminal et exiger un secret pour le déverrouiller (mot de passe, schéma, etc.)</a:t>
            </a:r>
            <a:endParaRPr b="0" lang="fr-FR" sz="38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5" name="PlaceHolder 1"/>
          <p:cNvSpPr>
            <a:spLocks noGrp="1"/>
          </p:cNvSpPr>
          <p:nvPr>
            <p:ph type="title"/>
          </p:nvPr>
        </p:nvSpPr>
        <p:spPr>
          <a:xfrm>
            <a:off x="457200" y="273240"/>
            <a:ext cx="8226000" cy="1141560"/>
          </a:xfrm>
          <a:prstGeom prst="rect">
            <a:avLst/>
          </a:prstGeom>
          <a:noFill/>
          <a:ln w="0">
            <a:noFill/>
          </a:ln>
        </p:spPr>
        <p:txBody>
          <a:bodyPr lIns="0" rIns="0" tIns="0" bIns="0" anchor="ctr">
            <a:noAutofit/>
          </a:bodyPr>
          <a:p>
            <a:pPr indent="0" algn="ctr">
              <a:lnSpc>
                <a:spcPct val="100000"/>
              </a:lnSpc>
              <a:buNone/>
              <a:tabLst>
                <a:tab algn="l" pos="0"/>
              </a:tabLst>
            </a:pPr>
            <a:r>
              <a:rPr b="0" lang="fr-FR" sz="2800" spc="-1" strike="noStrike">
                <a:solidFill>
                  <a:srgbClr val="000000"/>
                </a:solidFill>
                <a:latin typeface="Arial"/>
              </a:rPr>
              <a:t>La sécurité et la confidentialité des données</a:t>
            </a:r>
            <a:endParaRPr b="0" lang="fr-FR" sz="2800" spc="-1" strike="noStrike">
              <a:solidFill>
                <a:srgbClr val="000000"/>
              </a:solidFill>
              <a:latin typeface="Arial"/>
            </a:endParaRPr>
          </a:p>
        </p:txBody>
      </p:sp>
      <p:sp>
        <p:nvSpPr>
          <p:cNvPr id="546" name="PlaceHolder 2"/>
          <p:cNvSpPr>
            <a:spLocks noGrp="1"/>
          </p:cNvSpPr>
          <p:nvPr>
            <p:ph/>
          </p:nvPr>
        </p:nvSpPr>
        <p:spPr>
          <a:xfrm>
            <a:off x="457200" y="1604520"/>
            <a:ext cx="8226000" cy="3974040"/>
          </a:xfrm>
          <a:prstGeom prst="rect">
            <a:avLst/>
          </a:prstGeom>
          <a:noFill/>
          <a:ln w="0">
            <a:noFill/>
          </a:ln>
        </p:spPr>
        <p:txBody>
          <a:bodyPr lIns="0" rIns="0" tIns="0" bIns="0" anchor="t">
            <a:normAutofit fontScale="23888"/>
          </a:bodyPr>
          <a:p>
            <a:pPr marL="432000" indent="-324000" algn="ctr">
              <a:lnSpc>
                <a:spcPct val="100000"/>
              </a:lnSpc>
              <a:spcBef>
                <a:spcPts val="1712"/>
              </a:spcBef>
              <a:buClr>
                <a:srgbClr val="000000"/>
              </a:buClr>
              <a:buSzPct val="45000"/>
              <a:buFont typeface="Wingdings" charset="2"/>
              <a:buChar char=""/>
            </a:pPr>
            <a:r>
              <a:rPr b="1" lang="fr-FR" sz="3200" spc="-1" strike="noStrike">
                <a:solidFill>
                  <a:srgbClr val="000000"/>
                </a:solidFill>
                <a:latin typeface="Arial"/>
              </a:rPr>
              <a:t>Sécuriser les serveurs </a:t>
            </a:r>
            <a:endParaRPr b="0" lang="fr-FR" sz="3200" spc="-1" strike="noStrike">
              <a:solidFill>
                <a:srgbClr val="000000"/>
              </a:solidFill>
              <a:latin typeface="Arial"/>
            </a:endParaRPr>
          </a:p>
          <a:p>
            <a:pPr marL="432000" indent="-324000">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LES PRÉCAUTIONS ÉLÉMENTAIRES</a:t>
            </a:r>
            <a:endParaRPr b="0" lang="fr-FR" sz="387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Limiter l’accès aux outils et interfaces d’administration aux seules personnes habilitées.</a:t>
            </a:r>
            <a:endParaRPr b="0" lang="fr-FR" sz="387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Utiliser des comptes de moindres privilèges pour les opérations courantes.</a:t>
            </a:r>
            <a:endParaRPr b="0" lang="fr-FR" sz="387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Adopter une politique spécifique de mots de passe pour les administrateurs. Changer les mots de passe, au moins, lors de chaque départ d’un administrateur et en cas de suspicion de compromission.</a:t>
            </a:r>
            <a:endParaRPr b="0" lang="fr-FR" sz="387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Installer les mises à jour critiques sans délai que ce soit pour les systèmes d’exploitation ou pour les applications, en programmant une vérification automatique hebdomadaire</a:t>
            </a:r>
            <a:endParaRPr b="0" lang="fr-FR" sz="387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En matière d’administration de bases de données :</a:t>
            </a:r>
            <a:endParaRPr b="0" lang="fr-FR" sz="3870" spc="-1" strike="noStrike">
              <a:solidFill>
                <a:srgbClr val="000000"/>
              </a:solidFill>
              <a:latin typeface="Arial"/>
            </a:endParaRPr>
          </a:p>
          <a:p>
            <a:pPr lvl="2" marL="1296000" indent="-288000" algn="just">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utiliser des comptes nominatifs pour l’accès aux bases de données et créer des comptes spécifiques à chaque application ;</a:t>
            </a:r>
            <a:endParaRPr b="0" lang="fr-FR" sz="2900" spc="-1" strike="noStrike">
              <a:solidFill>
                <a:srgbClr val="000000"/>
              </a:solidFill>
              <a:latin typeface="Arial"/>
            </a:endParaRPr>
          </a:p>
          <a:p>
            <a:pPr lvl="2" marL="1296000" indent="-288000" algn="just">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mettre en œuvre des mesures contre les attaques par injection de code SQL, de scripts, etc.</a:t>
            </a:r>
            <a:endParaRPr b="0" lang="fr-FR" sz="290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Effectuer des sauvegardes et les vérifier régulièrement.</a:t>
            </a:r>
            <a:endParaRPr b="0" lang="fr-FR" sz="387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Mettre en œuvre le protocole TLS (en remplacement de SSL), ou un protocole assurant le chiffrement et l’authentification, au minimum pour tout échange de données sur internet et vérifier sa bonne mise en œuvre par des outils appropriés</a:t>
            </a:r>
            <a:endParaRPr b="0" lang="fr-FR" sz="38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7" name="PlaceHolder 1"/>
          <p:cNvSpPr>
            <a:spLocks noGrp="1"/>
          </p:cNvSpPr>
          <p:nvPr>
            <p:ph type="title"/>
          </p:nvPr>
        </p:nvSpPr>
        <p:spPr>
          <a:xfrm>
            <a:off x="457200" y="273240"/>
            <a:ext cx="8226000" cy="1141560"/>
          </a:xfrm>
          <a:prstGeom prst="rect">
            <a:avLst/>
          </a:prstGeom>
          <a:noFill/>
          <a:ln w="0">
            <a:noFill/>
          </a:ln>
        </p:spPr>
        <p:txBody>
          <a:bodyPr lIns="0" rIns="0" tIns="0" bIns="0" anchor="ctr">
            <a:noAutofit/>
          </a:bodyPr>
          <a:p>
            <a:pPr indent="0" algn="ctr">
              <a:lnSpc>
                <a:spcPct val="100000"/>
              </a:lnSpc>
              <a:buNone/>
              <a:tabLst>
                <a:tab algn="l" pos="0"/>
              </a:tabLst>
            </a:pPr>
            <a:r>
              <a:rPr b="0" lang="fr-FR" sz="2800" spc="-1" strike="noStrike">
                <a:solidFill>
                  <a:srgbClr val="000000"/>
                </a:solidFill>
                <a:latin typeface="Arial"/>
              </a:rPr>
              <a:t>La sécurité et la confidentialité des données</a:t>
            </a:r>
            <a:endParaRPr b="0" lang="fr-FR" sz="2800" spc="-1" strike="noStrike">
              <a:solidFill>
                <a:srgbClr val="000000"/>
              </a:solidFill>
              <a:latin typeface="Arial"/>
            </a:endParaRPr>
          </a:p>
        </p:txBody>
      </p:sp>
      <p:sp>
        <p:nvSpPr>
          <p:cNvPr id="548" name="PlaceHolder 2"/>
          <p:cNvSpPr>
            <a:spLocks noGrp="1"/>
          </p:cNvSpPr>
          <p:nvPr>
            <p:ph/>
          </p:nvPr>
        </p:nvSpPr>
        <p:spPr>
          <a:xfrm>
            <a:off x="457200" y="1326960"/>
            <a:ext cx="8226000" cy="4641840"/>
          </a:xfrm>
          <a:prstGeom prst="rect">
            <a:avLst/>
          </a:prstGeom>
          <a:noFill/>
          <a:ln w="0">
            <a:noFill/>
          </a:ln>
        </p:spPr>
        <p:txBody>
          <a:bodyPr lIns="0" rIns="0" tIns="0" bIns="0" anchor="t">
            <a:normAutofit fontScale="33888"/>
          </a:bodyPr>
          <a:p>
            <a:pPr marL="432000" indent="-324000" algn="ctr">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Effectuer des sauvegardes régulières pour limiter l’impact d’une disparition non désirée de données.</a:t>
            </a:r>
            <a:endParaRPr b="0" lang="fr-FR" sz="3870" spc="-1" strike="noStrike">
              <a:solidFill>
                <a:srgbClr val="000000"/>
              </a:solidFill>
              <a:latin typeface="Arial"/>
            </a:endParaRPr>
          </a:p>
          <a:p>
            <a:pPr marL="432000" indent="-324000">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S’agissant de la sauvegarde des données :</a:t>
            </a:r>
            <a:endParaRPr b="0" lang="fr-FR" sz="3870" spc="-1" strike="noStrike">
              <a:solidFill>
                <a:srgbClr val="000000"/>
              </a:solidFill>
              <a:latin typeface="Arial"/>
            </a:endParaRPr>
          </a:p>
          <a:p>
            <a:pPr lvl="2" marL="1296000" indent="-288000">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Effectuer des sauvegardes fréquentes des données, que celles-ci soient sous forme papier ou électronique. Il peut être opportun de prévoir des sauvegardes incrémentales quotidiennes et des sauvegardes complètes à intervalles réguliers.</a:t>
            </a:r>
            <a:endParaRPr b="0" lang="fr-FR" sz="2900" spc="-1" strike="noStrike">
              <a:solidFill>
                <a:srgbClr val="000000"/>
              </a:solidFill>
              <a:latin typeface="Arial"/>
            </a:endParaRPr>
          </a:p>
          <a:p>
            <a:pPr lvl="2" marL="1296000" indent="-288000">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Stocker les sauvegardes sur un site extérieur, si possible dans des coffres ignifugés et étanches.</a:t>
            </a:r>
            <a:endParaRPr b="0" lang="fr-FR" sz="2900" spc="-1" strike="noStrike">
              <a:solidFill>
                <a:srgbClr val="000000"/>
              </a:solidFill>
              <a:latin typeface="Arial"/>
            </a:endParaRPr>
          </a:p>
          <a:p>
            <a:pPr lvl="2" marL="1296000" indent="-288000">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Protéger les données sauvegardées au même niveau de sécurité que celles stockées sur les serveurs d’exploitation (par exemple en chiffrant les sauvegardes, en prévoyant un stockage dans un lieu sécurité, en encadrant contractuellement une prestation d’externalisation des sauvegardes).</a:t>
            </a:r>
            <a:endParaRPr b="0" lang="fr-FR" sz="2900" spc="-1" strike="noStrike">
              <a:solidFill>
                <a:srgbClr val="000000"/>
              </a:solidFill>
              <a:latin typeface="Arial"/>
            </a:endParaRPr>
          </a:p>
          <a:p>
            <a:pPr lvl="2" marL="1296000" indent="-288000">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Lorsque les sauvegardes sont transmises par le réseau, il convient de chiffrer le canal de transmission si celui-ci n’est pas interne à l’organisme.</a:t>
            </a:r>
            <a:endParaRPr b="0" lang="fr-FR" sz="2900" spc="-1" strike="noStrike">
              <a:solidFill>
                <a:srgbClr val="000000"/>
              </a:solidFill>
              <a:latin typeface="Arial"/>
            </a:endParaRPr>
          </a:p>
          <a:p>
            <a:pPr marL="432000" indent="-324000">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S’agissant de la reprise et de la continuité d’activité :</a:t>
            </a:r>
            <a:endParaRPr b="0" lang="fr-FR" sz="3870" spc="-1" strike="noStrike">
              <a:solidFill>
                <a:srgbClr val="000000"/>
              </a:solidFill>
              <a:latin typeface="Arial"/>
            </a:endParaRPr>
          </a:p>
          <a:p>
            <a:pPr lvl="2" marL="1296000" indent="-288000">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Rédiger un plan de reprise et de continuité d’activité informatique même sommaire, incluant la liste des intervenants. </a:t>
            </a:r>
            <a:endParaRPr b="0" lang="fr-FR" sz="2900" spc="-1" strike="noStrike">
              <a:solidFill>
                <a:srgbClr val="000000"/>
              </a:solidFill>
              <a:latin typeface="Arial"/>
            </a:endParaRPr>
          </a:p>
          <a:p>
            <a:pPr lvl="2" marL="1296000" indent="-288000">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S’assurer que les utilisateurs, prestataires et sous-traitants savent qui alerter en cas d’incident.</a:t>
            </a:r>
            <a:endParaRPr b="0" lang="fr-FR" sz="2900" spc="-1" strike="noStrike">
              <a:solidFill>
                <a:srgbClr val="000000"/>
              </a:solidFill>
              <a:latin typeface="Arial"/>
            </a:endParaRPr>
          </a:p>
          <a:p>
            <a:pPr lvl="2" marL="1296000" indent="-288000">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Tester régulièrement la restauration des sauvegardes et l’application du plan de continuité ou de reprise de l’activité. </a:t>
            </a:r>
            <a:endParaRPr b="0" lang="fr-FR" sz="2900" spc="-1" strike="noStrike">
              <a:solidFill>
                <a:srgbClr val="000000"/>
              </a:solidFill>
              <a:latin typeface="Arial"/>
            </a:endParaRPr>
          </a:p>
          <a:p>
            <a:pPr marL="432000" indent="-324000">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À propos des matériels :</a:t>
            </a:r>
            <a:endParaRPr b="0" lang="fr-FR" sz="3870" spc="-1" strike="noStrike">
              <a:solidFill>
                <a:srgbClr val="000000"/>
              </a:solidFill>
              <a:latin typeface="Arial"/>
            </a:endParaRPr>
          </a:p>
          <a:p>
            <a:pPr lvl="2" marL="1296000" indent="-288000">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utiliser un onduleur pour protéger le matériel servant aux traitements essentiels ;</a:t>
            </a:r>
            <a:endParaRPr b="0" lang="fr-FR" sz="2900" spc="-1" strike="noStrike">
              <a:solidFill>
                <a:srgbClr val="000000"/>
              </a:solidFill>
              <a:latin typeface="Arial"/>
            </a:endParaRPr>
          </a:p>
          <a:p>
            <a:pPr lvl="2" marL="1296000" indent="-288000">
              <a:lnSpc>
                <a:spcPct val="100000"/>
              </a:lnSpc>
              <a:spcBef>
                <a:spcPts val="1026"/>
              </a:spcBef>
              <a:buClr>
                <a:srgbClr val="000000"/>
              </a:buClr>
              <a:buSzPct val="45000"/>
              <a:buFont typeface="Wingdings" charset="2"/>
              <a:buChar char=""/>
            </a:pPr>
            <a:r>
              <a:rPr b="0" lang="fr-FR" sz="2900" spc="-1" strike="noStrike">
                <a:solidFill>
                  <a:srgbClr val="000000"/>
                </a:solidFill>
                <a:latin typeface="Arial"/>
              </a:rPr>
              <a:t>prévoir une redondance matérielle des matériels de stockage, par exemple au moyen d’une technologie RAID</a:t>
            </a:r>
            <a:endParaRPr b="0" lang="fr-FR" sz="2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9" name="PlaceHolder 1"/>
          <p:cNvSpPr>
            <a:spLocks noGrp="1"/>
          </p:cNvSpPr>
          <p:nvPr>
            <p:ph type="title"/>
          </p:nvPr>
        </p:nvSpPr>
        <p:spPr>
          <a:xfrm>
            <a:off x="457200" y="273240"/>
            <a:ext cx="8226000" cy="1141560"/>
          </a:xfrm>
          <a:prstGeom prst="rect">
            <a:avLst/>
          </a:prstGeom>
          <a:noFill/>
          <a:ln w="0">
            <a:noFill/>
          </a:ln>
        </p:spPr>
        <p:txBody>
          <a:bodyPr lIns="0" rIns="0" tIns="0" bIns="0" anchor="ctr">
            <a:noAutofit/>
          </a:bodyPr>
          <a:p>
            <a:pPr indent="0" algn="ctr">
              <a:lnSpc>
                <a:spcPct val="100000"/>
              </a:lnSpc>
              <a:buNone/>
              <a:tabLst>
                <a:tab algn="l" pos="0"/>
              </a:tabLst>
            </a:pPr>
            <a:r>
              <a:rPr b="0" lang="fr-FR" sz="2800" spc="-1" strike="noStrike">
                <a:solidFill>
                  <a:srgbClr val="000000"/>
                </a:solidFill>
                <a:latin typeface="Arial"/>
              </a:rPr>
              <a:t>La sécurité et la confidentialité des données</a:t>
            </a:r>
            <a:endParaRPr b="0" lang="fr-FR" sz="2800" spc="-1" strike="noStrike">
              <a:solidFill>
                <a:srgbClr val="000000"/>
              </a:solidFill>
              <a:latin typeface="Arial"/>
            </a:endParaRPr>
          </a:p>
        </p:txBody>
      </p:sp>
      <p:sp>
        <p:nvSpPr>
          <p:cNvPr id="550" name="PlaceHolder 2"/>
          <p:cNvSpPr>
            <a:spLocks noGrp="1"/>
          </p:cNvSpPr>
          <p:nvPr>
            <p:ph/>
          </p:nvPr>
        </p:nvSpPr>
        <p:spPr>
          <a:xfrm>
            <a:off x="457200" y="1604520"/>
            <a:ext cx="8226000" cy="3974040"/>
          </a:xfrm>
          <a:prstGeom prst="rect">
            <a:avLst/>
          </a:prstGeom>
          <a:noFill/>
          <a:ln w="0">
            <a:noFill/>
          </a:ln>
        </p:spPr>
        <p:txBody>
          <a:bodyPr lIns="0" rIns="0" tIns="0" bIns="0" anchor="t">
            <a:normAutofit fontScale="27777" lnSpcReduction="10000"/>
          </a:bodyPr>
          <a:p>
            <a:pPr marL="432000" indent="-324000" algn="ctr">
              <a:lnSpc>
                <a:spcPct val="100000"/>
              </a:lnSpc>
              <a:spcBef>
                <a:spcPts val="1712"/>
              </a:spcBef>
              <a:buClr>
                <a:srgbClr val="000000"/>
              </a:buClr>
              <a:buSzPct val="45000"/>
              <a:buFont typeface="Wingdings" charset="2"/>
              <a:buChar char=""/>
            </a:pPr>
            <a:r>
              <a:rPr b="1" lang="fr-FR" sz="3200" spc="-1" strike="noStrike">
                <a:solidFill>
                  <a:srgbClr val="000000"/>
                </a:solidFill>
                <a:latin typeface="Arial"/>
              </a:rPr>
              <a:t>Renforcer la sécurité des locaux hébergeant les serveurs informatiques et les matériels réseaux </a:t>
            </a:r>
            <a:r>
              <a:rPr b="0" lang="fr-FR" sz="3870" spc="-1" strike="noStrike">
                <a:solidFill>
                  <a:srgbClr val="000000"/>
                </a:solidFill>
                <a:latin typeface="Arial"/>
              </a:rPr>
              <a:t>: l’accès aux locaux doit être contrôlé pour éviter ou ralentir un accès direct, non autorisé, que ce soit aux fichiers papiers ou aux matériels informatiques, notamment aux serveurs.</a:t>
            </a:r>
            <a:endParaRPr b="0" lang="fr-FR" sz="3870" spc="-1" strike="noStrike">
              <a:solidFill>
                <a:srgbClr val="000000"/>
              </a:solidFill>
              <a:latin typeface="Arial"/>
            </a:endParaRPr>
          </a:p>
          <a:p>
            <a:pPr marL="432000" indent="-324000">
              <a:lnSpc>
                <a:spcPct val="100000"/>
              </a:lnSpc>
              <a:spcBef>
                <a:spcPts val="1712"/>
              </a:spcBef>
              <a:buClr>
                <a:srgbClr val="000000"/>
              </a:buClr>
              <a:buSzPct val="45000"/>
              <a:buFont typeface="Wingdings" charset="2"/>
              <a:buChar char=""/>
            </a:pPr>
            <a:r>
              <a:rPr b="1" lang="fr-FR" sz="3200" spc="-1" strike="noStrike">
                <a:solidFill>
                  <a:srgbClr val="000000"/>
                </a:solidFill>
                <a:latin typeface="Arial"/>
              </a:rPr>
              <a:t>LES PRÉCAUTIONS ÉLÉMENTAIRES</a:t>
            </a:r>
            <a:endParaRPr b="0" lang="fr-FR" sz="320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Installer des alarmes anti-intrusion et les vérifier périodiquement.</a:t>
            </a:r>
            <a:endParaRPr b="0" lang="fr-FR" sz="387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Mettre en place des détecteurs de fumée ainsi que des moyens de lutte contre les incendies, et les inspecter annuellement.</a:t>
            </a:r>
            <a:endParaRPr b="0" lang="fr-FR" sz="387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Protéger les clés permettant l’accès aux locaux et les codes d’alarme.</a:t>
            </a:r>
            <a:endParaRPr b="0" lang="fr-FR" sz="387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Distinguer les zones des bâtiments selon les risques (par exemple prévoir un contrôle d’accès dédié pour la salle informatique).</a:t>
            </a:r>
            <a:endParaRPr b="0" lang="fr-FR" sz="387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Tenir à jour une liste des personnes ou catégories de personnes autorisées à pénétrer dans chaque zone.</a:t>
            </a:r>
            <a:endParaRPr b="0" lang="fr-FR" sz="387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Établir les règles et moyens de contrôle d’accès des visiteurs, au minimum en faisant accompagner les visiteurs, en dehors des zones d’accueil du public par une personne appartenant à l’organisme.</a:t>
            </a:r>
            <a:endParaRPr b="0" lang="fr-FR" sz="3870" spc="-1" strike="noStrike">
              <a:solidFill>
                <a:srgbClr val="000000"/>
              </a:solidFill>
              <a:latin typeface="Arial"/>
            </a:endParaRPr>
          </a:p>
          <a:p>
            <a:pPr marL="432000" indent="-324000" algn="just">
              <a:lnSpc>
                <a:spcPct val="100000"/>
              </a:lnSpc>
              <a:spcBef>
                <a:spcPts val="1712"/>
              </a:spcBef>
              <a:buClr>
                <a:srgbClr val="000000"/>
              </a:buClr>
              <a:buSzPct val="45000"/>
              <a:buFont typeface="Wingdings" charset="2"/>
              <a:buChar char=""/>
            </a:pPr>
            <a:r>
              <a:rPr b="0" lang="fr-FR" sz="3870" spc="-1" strike="noStrike">
                <a:solidFill>
                  <a:srgbClr val="000000"/>
                </a:solidFill>
                <a:latin typeface="Arial"/>
              </a:rPr>
              <a:t>Protéger physiquement les matériels informatiques par des moyens spécifiques (système anti-incendie dédié, surélévation contre d’éventuelles inondations, redondance d’alimentation électrique et/ou de climatisation, etc.). </a:t>
            </a:r>
            <a:endParaRPr b="0" lang="fr-FR" sz="38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1" name="PlaceHolder 1"/>
          <p:cNvSpPr>
            <a:spLocks noGrp="1"/>
          </p:cNvSpPr>
          <p:nvPr>
            <p:ph type="title"/>
          </p:nvPr>
        </p:nvSpPr>
        <p:spPr>
          <a:xfrm>
            <a:off x="457200" y="273240"/>
            <a:ext cx="8226000" cy="1141560"/>
          </a:xfrm>
          <a:prstGeom prst="rect">
            <a:avLst/>
          </a:prstGeom>
          <a:noFill/>
          <a:ln w="0">
            <a:noFill/>
          </a:ln>
        </p:spPr>
        <p:txBody>
          <a:bodyPr lIns="0" rIns="0" tIns="0" bIns="0" anchor="ctr">
            <a:noAutofit/>
          </a:bodyPr>
          <a:p>
            <a:pPr indent="0" algn="ctr">
              <a:lnSpc>
                <a:spcPct val="100000"/>
              </a:lnSpc>
              <a:buNone/>
              <a:tabLst>
                <a:tab algn="l" pos="0"/>
              </a:tabLst>
            </a:pPr>
            <a:r>
              <a:rPr b="0" lang="fr-FR" sz="2800" spc="-1" strike="noStrike">
                <a:solidFill>
                  <a:srgbClr val="000000"/>
                </a:solidFill>
                <a:latin typeface="Arial"/>
              </a:rPr>
              <a:t>La sécurité et la confidentialité des données</a:t>
            </a:r>
            <a:endParaRPr b="0" lang="fr-FR" sz="2800" spc="-1" strike="noStrike">
              <a:solidFill>
                <a:srgbClr val="000000"/>
              </a:solidFill>
              <a:latin typeface="Arial"/>
            </a:endParaRPr>
          </a:p>
        </p:txBody>
      </p:sp>
      <p:sp>
        <p:nvSpPr>
          <p:cNvPr id="552" name="PlaceHolder 2"/>
          <p:cNvSpPr>
            <a:spLocks noGrp="1"/>
          </p:cNvSpPr>
          <p:nvPr>
            <p:ph/>
          </p:nvPr>
        </p:nvSpPr>
        <p:spPr>
          <a:xfrm>
            <a:off x="457200" y="1260000"/>
            <a:ext cx="8226000" cy="5220000"/>
          </a:xfrm>
          <a:prstGeom prst="rect">
            <a:avLst/>
          </a:prstGeom>
          <a:noFill/>
          <a:ln w="0">
            <a:noFill/>
          </a:ln>
        </p:spPr>
        <p:txBody>
          <a:bodyPr lIns="0" rIns="0" tIns="0" bIns="0" anchor="t">
            <a:normAutofit/>
          </a:bodyPr>
          <a:p>
            <a:pPr marL="432000" indent="0" algn="ctr">
              <a:lnSpc>
                <a:spcPct val="100000"/>
              </a:lnSpc>
              <a:spcBef>
                <a:spcPts val="1712"/>
              </a:spcBef>
              <a:buNone/>
            </a:pPr>
            <a:r>
              <a:rPr b="1" lang="fr-FR" sz="2600" spc="-1" strike="noStrike">
                <a:solidFill>
                  <a:srgbClr val="000000"/>
                </a:solidFill>
                <a:latin typeface="Arial"/>
              </a:rPr>
              <a:t>Quid de DORA ?</a:t>
            </a:r>
            <a:r>
              <a:rPr b="0" lang="fr-FR" sz="3870" spc="-1" strike="noStrike">
                <a:solidFill>
                  <a:srgbClr val="000000"/>
                </a:solidFill>
                <a:latin typeface="Arial"/>
              </a:rPr>
              <a:t> </a:t>
            </a:r>
            <a:endParaRPr b="0" lang="fr-FR" sz="3870" spc="-1" strike="noStrike">
              <a:solidFill>
                <a:srgbClr val="000000"/>
              </a:solidFill>
              <a:latin typeface="Arial"/>
            </a:endParaRPr>
          </a:p>
          <a:p>
            <a:pPr marL="432000" indent="-324000" algn="just">
              <a:lnSpc>
                <a:spcPct val="100000"/>
              </a:lnSpc>
              <a:spcBef>
                <a:spcPts val="1191"/>
              </a:spcBef>
              <a:spcAft>
                <a:spcPts val="992"/>
              </a:spcAft>
              <a:buClr>
                <a:srgbClr val="000000"/>
              </a:buClr>
              <a:buSzPct val="45000"/>
              <a:buFont typeface="Wingdings" charset="2"/>
              <a:buChar char=""/>
            </a:pPr>
            <a:r>
              <a:rPr b="0" lang="fr-FR" sz="1200" spc="-1" strike="noStrike">
                <a:solidFill>
                  <a:srgbClr val="000000"/>
                </a:solidFill>
                <a:latin typeface="Arial"/>
              </a:rPr>
              <a:t>Digital Operational Resilience Act, « DORA » : ce sont des règles en matière de cyber-sécurité et de gestion des risques informatiques, dont le risque d’origine cyber, pour un grand nombre d’entités financières. Ces règles sont applicables depuis le applicable à partir du 17 janvier 2025 ;</a:t>
            </a:r>
            <a:endParaRPr b="0" lang="fr-FR" sz="1200" spc="-1" strike="noStrike">
              <a:solidFill>
                <a:srgbClr val="000000"/>
              </a:solidFill>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fr-FR" sz="1200" spc="-1" strike="noStrike">
                <a:solidFill>
                  <a:srgbClr val="000000"/>
                </a:solidFill>
                <a:latin typeface="Arial"/>
              </a:rPr>
              <a:t>Le règlement prévoit un cadre harmonisé de gestion du risque lié aux TIC que les entités financières doivent intégrer pour parer au risque lié aux TIC de manière rapide, efficiente et exhaustive, et garantir un niveau élevé de résilience opérationnelle numérique. Ces mesures à mettre en place par les entités concernées comprennent notamment :</a:t>
            </a:r>
            <a:endParaRPr b="0" lang="fr-FR" sz="1200" spc="-1" strike="noStrike">
              <a:solidFill>
                <a:srgbClr val="000000"/>
              </a:solidFill>
              <a:latin typeface="Arial"/>
            </a:endParaRPr>
          </a:p>
          <a:p>
            <a:pPr lvl="1" marL="864000" indent="-324000">
              <a:lnSpc>
                <a:spcPct val="100000"/>
              </a:lnSpc>
              <a:spcBef>
                <a:spcPts val="1134"/>
              </a:spcBef>
              <a:buClr>
                <a:srgbClr val="000000"/>
              </a:buClr>
              <a:buSzPct val="75000"/>
              <a:buFont typeface="Symbol" charset="2"/>
              <a:buChar char=""/>
            </a:pPr>
            <a:r>
              <a:rPr b="0" lang="fr-FR" sz="1200" spc="-1" strike="noStrike">
                <a:solidFill>
                  <a:srgbClr val="000000"/>
                </a:solidFill>
                <a:latin typeface="Arial"/>
              </a:rPr>
              <a:t>l’identification de toutes les sources de risques liés aux TIC et l’évaluation de ces risques selon une classification devant être revue à minima une fois par an ; l’élaboration d’une politique de sécurité de l’information qui définit des règles visant à protéger la disponibilité, l’authenticité, l’intégrité et la confidentialité des données selon une approche fondée sur les risques ;</a:t>
            </a:r>
            <a:endParaRPr b="0" lang="fr-FR" sz="1200" spc="-1" strike="noStrike">
              <a:solidFill>
                <a:srgbClr val="000000"/>
              </a:solidFill>
              <a:latin typeface="Arial"/>
            </a:endParaRPr>
          </a:p>
          <a:p>
            <a:pPr lvl="1" marL="864000" indent="-324000">
              <a:lnSpc>
                <a:spcPct val="100000"/>
              </a:lnSpc>
              <a:spcBef>
                <a:spcPts val="1134"/>
              </a:spcBef>
              <a:buClr>
                <a:srgbClr val="000000"/>
              </a:buClr>
              <a:buSzPct val="75000"/>
              <a:buFont typeface="Symbol" charset="2"/>
              <a:buChar char=""/>
            </a:pPr>
            <a:r>
              <a:rPr b="0" lang="fr-FR" sz="1200" spc="-1" strike="noStrike">
                <a:solidFill>
                  <a:srgbClr val="000000"/>
                </a:solidFill>
                <a:latin typeface="Arial"/>
              </a:rPr>
              <a:t>l’instauration d’une politique complète de continuité des activités de TIC, ainsi que des procédures de sauvegarde, de restauration et de rétablissement. Cette politique comprend par exemple des tests à effectuer au moins une fois par an ;</a:t>
            </a:r>
            <a:endParaRPr b="0" lang="fr-FR" sz="1200" spc="-1" strike="noStrike">
              <a:solidFill>
                <a:srgbClr val="000000"/>
              </a:solidFill>
              <a:latin typeface="Arial"/>
            </a:endParaRPr>
          </a:p>
          <a:p>
            <a:pPr lvl="1" marL="864000" indent="-324000">
              <a:lnSpc>
                <a:spcPct val="100000"/>
              </a:lnSpc>
              <a:spcBef>
                <a:spcPts val="1134"/>
              </a:spcBef>
              <a:buClr>
                <a:srgbClr val="000000"/>
              </a:buClr>
              <a:buSzPct val="75000"/>
              <a:buFont typeface="Symbol" charset="2"/>
              <a:buChar char=""/>
            </a:pPr>
            <a:r>
              <a:rPr b="0" lang="fr-FR" sz="1200" spc="-1" strike="noStrike">
                <a:solidFill>
                  <a:srgbClr val="000000"/>
                </a:solidFill>
                <a:latin typeface="Arial"/>
              </a:rPr>
              <a:t>la mise en place des mécanismes d’examens à la suite d’incidents liés aux TIC, pour déterminer les améliorations à apporter et voir si les procédures établies ont été suivies et efficaces, avec des programmes de formations à destination du personnel ;</a:t>
            </a:r>
            <a:endParaRPr b="0" lang="fr-FR" sz="1200" spc="-1" strike="noStrike">
              <a:solidFill>
                <a:srgbClr val="000000"/>
              </a:solidFill>
              <a:latin typeface="Arial"/>
            </a:endParaRPr>
          </a:p>
          <a:p>
            <a:pPr lvl="1" marL="864000" indent="-324000">
              <a:lnSpc>
                <a:spcPct val="100000"/>
              </a:lnSpc>
              <a:spcBef>
                <a:spcPts val="1134"/>
              </a:spcBef>
              <a:buClr>
                <a:srgbClr val="000000"/>
              </a:buClr>
              <a:buSzPct val="75000"/>
              <a:buFont typeface="Symbol" charset="2"/>
              <a:buChar char=""/>
            </a:pPr>
            <a:r>
              <a:rPr b="0" lang="fr-FR" sz="1200" spc="-1" strike="noStrike">
                <a:solidFill>
                  <a:srgbClr val="000000"/>
                </a:solidFill>
                <a:latin typeface="Arial"/>
              </a:rPr>
              <a:t>l’instauration de plans de communication interne et externe en cas de crise.</a:t>
            </a:r>
            <a:endParaRPr b="0" lang="fr-F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3" name="TextShape 1"/>
          <p:cNvSpPr/>
          <p:nvPr/>
        </p:nvSpPr>
        <p:spPr>
          <a:xfrm>
            <a:off x="457200" y="1481400"/>
            <a:ext cx="8225280" cy="4967640"/>
          </a:xfrm>
          <a:prstGeom prst="rect">
            <a:avLst/>
          </a:prstGeom>
          <a:noFill/>
          <a:ln w="0">
            <a:noFill/>
          </a:ln>
        </p:spPr>
        <p:style>
          <a:lnRef idx="0"/>
          <a:fillRef idx="0"/>
          <a:effectRef idx="0"/>
          <a:fontRef idx="minor"/>
        </p:style>
        <p:txBody>
          <a:bodyPr lIns="90000" rIns="90000" tIns="45000" bIns="45000" anchor="t">
            <a:normAutofit fontScale="58888" lnSpcReduction="10000"/>
          </a:bodyPr>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En principe, il est interdit de collecter ou de traiter des données à caractère personnel qui font apparaître, directement ou indirectement, les origines raciales ou ethniques, les opinions politiques, philosophiques ou religieuses ou l'appartenance syndicale des personnes, des données génétiques, des données biométriques ou des données relatives à leur santé ou à leur vie sexuelle ou encore aux infractions et condamnations qu'elles ont encourues (données sensibles) (Règl. n° (UE) 2016/679 du Parlement européen et du Conseil 27 avr. 2016, art. 9, § 1 ; L. n° 78-17, 6 janv. 1978, art. 8, I mod. par L. 2018-493, 20 juin 2018) ; </a:t>
            </a: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Deux nouvelles données ont été estampillées « sensibles » par le RGPD : les données biométriques et les données génétiques : </a:t>
            </a:r>
            <a:endParaRPr b="0" lang="fr-FR" sz="2700" spc="-1" strike="noStrike">
              <a:solidFill>
                <a:srgbClr val="000000"/>
              </a:solidFill>
              <a:latin typeface="Arial"/>
            </a:endParaRPr>
          </a:p>
          <a:p>
            <a:pPr lvl="1" marL="621720" indent="-228240" algn="just">
              <a:lnSpc>
                <a:spcPct val="100000"/>
              </a:lnSpc>
              <a:spcBef>
                <a:spcPts val="323"/>
              </a:spcBef>
              <a:buClr>
                <a:srgbClr val="2da2bf"/>
              </a:buClr>
              <a:buFont typeface="Verdana"/>
              <a:buChar char="◦"/>
            </a:pPr>
            <a:r>
              <a:rPr b="0" lang="fr-FR" sz="2300" spc="-1" strike="noStrike">
                <a:solidFill>
                  <a:srgbClr val="000000"/>
                </a:solidFill>
                <a:latin typeface="Lucida Sans Unicode"/>
                <a:ea typeface="DejaVu Sans"/>
              </a:rPr>
              <a:t>Les données biométriques sont définies comme résultant d'un traitement technique spécifique, relatives aux caractéristiques physiques, physiologiques ou comportementales d'une personne physique, qui permettent ou confirment son identification unique (ex. : images faciales, données dactyloscopiques). Si l'entreprise a recours a des systèmes nécessitant la collecte et le traitement de ce type de données, il doit pouvoir justifier que le recours à un système plus classique (accès par badge, vidéosurveillance) est impossible car insuffisant. </a:t>
            </a:r>
            <a:endParaRPr b="0" lang="fr-FR" sz="2300" spc="-1" strike="noStrike">
              <a:solidFill>
                <a:srgbClr val="000000"/>
              </a:solidFill>
              <a:latin typeface="Arial"/>
            </a:endParaRPr>
          </a:p>
          <a:p>
            <a:pPr lvl="1" marL="621720" indent="-228240" algn="just">
              <a:lnSpc>
                <a:spcPct val="100000"/>
              </a:lnSpc>
              <a:spcBef>
                <a:spcPts val="323"/>
              </a:spcBef>
              <a:buClr>
                <a:srgbClr val="2da2bf"/>
              </a:buClr>
              <a:buFont typeface="Verdana"/>
              <a:buChar char="◦"/>
            </a:pPr>
            <a:r>
              <a:rPr b="0" lang="fr-FR" sz="2300" spc="-1" strike="noStrike">
                <a:solidFill>
                  <a:srgbClr val="000000"/>
                </a:solidFill>
                <a:latin typeface="Lucida Sans Unicode"/>
                <a:ea typeface="DejaVu Sans"/>
              </a:rPr>
              <a:t>Les données génétiques sont celles relatives aux caractéristiques génétiques héréditaires ou acquises d'une personne physique qui donnent des informations uniques sur la physiologie ou l'état de santé de cette personne physique et qui résultent, notamment, d'une analyse d'un échantillon biologique de la personne physique en question. </a:t>
            </a:r>
            <a:endParaRPr b="0" lang="fr-FR" sz="2300" spc="-1" strike="noStrike">
              <a:solidFill>
                <a:srgbClr val="000000"/>
              </a:solidFill>
              <a:latin typeface="Arial"/>
            </a:endParaRPr>
          </a:p>
          <a:p>
            <a:pPr>
              <a:lnSpc>
                <a:spcPct val="100000"/>
              </a:lnSpc>
              <a:spcBef>
                <a:spcPts val="400"/>
              </a:spcBef>
            </a:pPr>
            <a:endParaRPr b="0" lang="fr-FR" sz="2300" spc="-1" strike="noStrike">
              <a:solidFill>
                <a:srgbClr val="000000"/>
              </a:solidFill>
              <a:latin typeface="Arial"/>
            </a:endParaRPr>
          </a:p>
        </p:txBody>
      </p:sp>
      <p:sp>
        <p:nvSpPr>
          <p:cNvPr id="554" name="TextShape 2"/>
          <p:cNvSpPr/>
          <p:nvPr/>
        </p:nvSpPr>
        <p:spPr>
          <a:xfrm>
            <a:off x="457200" y="274680"/>
            <a:ext cx="8225280" cy="1138680"/>
          </a:xfrm>
          <a:prstGeom prst="rect">
            <a:avLst/>
          </a:prstGeom>
          <a:noFill/>
          <a:ln w="0">
            <a:noFill/>
          </a:ln>
        </p:spPr>
        <p:style>
          <a:lnRef idx="0"/>
          <a:fillRef idx="0"/>
          <a:effectRef idx="0"/>
          <a:fontRef idx="minor"/>
        </p:style>
        <p:txBody>
          <a:bodyPr lIns="90000" rIns="90000" tIns="45000" bIns="45000" anchor="ctr">
            <a:normAutofit/>
          </a:bodyPr>
          <a:p>
            <a:pPr>
              <a:lnSpc>
                <a:spcPct val="100000"/>
              </a:lnSpc>
            </a:pPr>
            <a:r>
              <a:rPr b="1" lang="fr-FR" sz="2800" spc="-1" strike="noStrike">
                <a:solidFill>
                  <a:srgbClr val="464646"/>
                </a:solidFill>
                <a:latin typeface="Lucida Sans Unicode"/>
                <a:ea typeface="DejaVu Sans"/>
              </a:rPr>
              <a:t>Principe d'interdiction de traitement de données dites sensibles </a:t>
            </a:r>
            <a:endParaRPr b="0" lang="fr-F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5" name="TextShape 1"/>
          <p:cNvSpPr/>
          <p:nvPr/>
        </p:nvSpPr>
        <p:spPr>
          <a:xfrm>
            <a:off x="467640" y="1628640"/>
            <a:ext cx="8225280" cy="4964400"/>
          </a:xfrm>
          <a:prstGeom prst="rect">
            <a:avLst/>
          </a:prstGeom>
          <a:noFill/>
          <a:ln w="0">
            <a:noFill/>
          </a:ln>
        </p:spPr>
        <p:style>
          <a:lnRef idx="0"/>
          <a:fillRef idx="0"/>
          <a:effectRef idx="0"/>
          <a:fontRef idx="minor"/>
        </p:style>
        <p:txBody>
          <a:bodyPr lIns="90000" rIns="90000" tIns="45000" bIns="45000" anchor="t">
            <a:normAutofit fontScale="43333" lnSpcReduction="10000"/>
          </a:bodyPr>
          <a:p>
            <a:pPr marL="109800" algn="ctr">
              <a:lnSpc>
                <a:spcPct val="100000"/>
              </a:lnSpc>
              <a:spcBef>
                <a:spcPts val="400"/>
              </a:spcBef>
            </a:pPr>
            <a:r>
              <a:rPr b="1" lang="fr-FR" sz="2700" spc="-1" strike="noStrike">
                <a:solidFill>
                  <a:srgbClr val="000000"/>
                </a:solidFill>
                <a:latin typeface="Lucida Sans Unicode"/>
                <a:ea typeface="DejaVu Sans"/>
              </a:rPr>
              <a:t>Exceptions au principe d'interdiction de traitement des données sensibles : </a:t>
            </a:r>
            <a:r>
              <a:rPr b="0" lang="fr-FR" sz="2700" spc="-1" strike="noStrike">
                <a:solidFill>
                  <a:srgbClr val="000000"/>
                </a:solidFill>
                <a:latin typeface="Lucida Sans Unicode"/>
                <a:ea typeface="DejaVu Sans"/>
              </a:rPr>
              <a:t>le traitement de données sensibles est considéré licite si :</a:t>
            </a:r>
            <a:endParaRPr b="0" lang="fr-FR" sz="2700" spc="-1" strike="noStrike">
              <a:solidFill>
                <a:srgbClr val="000000"/>
              </a:solidFill>
              <a:latin typeface="Arial"/>
            </a:endParaRPr>
          </a:p>
          <a:p>
            <a:pPr marL="109800" algn="ctr">
              <a:lnSpc>
                <a:spcPct val="100000"/>
              </a:lnSpc>
              <a:spcBef>
                <a:spcPts val="400"/>
              </a:spcBef>
            </a:pP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il est nécessaire aux fins de l'exécution des obligations et de l'exercice des droits propres au responsable de traitement ou de la personne concernée en matière de droit du travail, de la Sécurité </a:t>
            </a:r>
            <a:r>
              <a:rPr b="0" lang="fr-FR" sz="2700" spc="-1" strike="noStrike">
                <a:solidFill>
                  <a:srgbClr val="000000"/>
                </a:solidFill>
                <a:latin typeface="Lucida Sans Unicode"/>
                <a:ea typeface="DejaVu Sans"/>
              </a:rPr>
              <a:t>	</a:t>
            </a:r>
            <a:r>
              <a:rPr b="0" lang="fr-FR" sz="2700" spc="-1" strike="noStrike">
                <a:solidFill>
                  <a:srgbClr val="000000"/>
                </a:solidFill>
                <a:latin typeface="Lucida Sans Unicode"/>
                <a:ea typeface="DejaVu Sans"/>
              </a:rPr>
              <a:t>sociale et de la protection sociale, dans la mesure où ce traitement est autorisé par le droit de l'Union, </a:t>
            </a:r>
            <a:r>
              <a:rPr b="0" lang="fr-FR" sz="2700" spc="-1" strike="noStrike">
                <a:solidFill>
                  <a:srgbClr val="000000"/>
                </a:solidFill>
                <a:latin typeface="Lucida Sans Unicode"/>
                <a:ea typeface="DejaVu Sans"/>
              </a:rPr>
              <a:t>	</a:t>
            </a:r>
            <a:r>
              <a:rPr b="0" lang="fr-FR" sz="2700" spc="-1" strike="noStrike">
                <a:solidFill>
                  <a:srgbClr val="000000"/>
                </a:solidFill>
                <a:latin typeface="Lucida Sans Unicode"/>
                <a:ea typeface="DejaVu Sans"/>
              </a:rPr>
              <a:t>par le droit français ou par une convention collective (si l'État français prévoit des garanties appropriées </a:t>
            </a:r>
            <a:r>
              <a:rPr b="0" lang="fr-FR" sz="2700" spc="-1" strike="noStrike">
                <a:solidFill>
                  <a:srgbClr val="000000"/>
                </a:solidFill>
                <a:latin typeface="Lucida Sans Unicode"/>
                <a:ea typeface="DejaVu Sans"/>
              </a:rPr>
              <a:t>	</a:t>
            </a:r>
            <a:r>
              <a:rPr b="0" lang="fr-FR" sz="2700" spc="-1" strike="noStrike">
                <a:solidFill>
                  <a:srgbClr val="000000"/>
                </a:solidFill>
                <a:latin typeface="Lucida Sans Unicode"/>
                <a:ea typeface="DejaVu Sans"/>
              </a:rPr>
              <a:t>pour les droits fondamentaux et les intérêts de la personne concernée) ;</a:t>
            </a: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il est nécessaire à la constatation, à l'exercice ou à la défense d'un droit en justice ;</a:t>
            </a: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il est nécessaire aux fins de médecine préventive, de diagnostics médicaux, de l'administration de </a:t>
            </a:r>
            <a:r>
              <a:rPr b="0" lang="fr-FR" sz="2700" spc="-1" strike="noStrike">
                <a:solidFill>
                  <a:srgbClr val="000000"/>
                </a:solidFill>
                <a:latin typeface="Lucida Sans Unicode"/>
                <a:ea typeface="DejaVu Sans"/>
              </a:rPr>
              <a:t>	</a:t>
            </a:r>
            <a:r>
              <a:rPr b="0" lang="fr-FR" sz="2700" spc="-1" strike="noStrike">
                <a:solidFill>
                  <a:srgbClr val="000000"/>
                </a:solidFill>
                <a:latin typeface="Lucida Sans Unicode"/>
                <a:ea typeface="DejaVu Sans"/>
              </a:rPr>
              <a:t>soins ou traitements ou de la gestion de services de santé ;</a:t>
            </a:r>
            <a:endParaRPr b="0" lang="fr-FR" sz="2700" spc="-1" strike="noStrike">
              <a:solidFill>
                <a:srgbClr val="000000"/>
              </a:solidFill>
              <a:latin typeface="Arial"/>
            </a:endParaRPr>
          </a:p>
          <a:p>
            <a:pPr marL="109800" algn="just">
              <a:lnSpc>
                <a:spcPct val="100000"/>
              </a:lnSpc>
              <a:spcBef>
                <a:spcPts val="400"/>
              </a:spcBef>
            </a:pPr>
            <a:r>
              <a:rPr b="0" lang="fr-FR" sz="2700" spc="-1" strike="noStrike">
                <a:solidFill>
                  <a:srgbClr val="000000"/>
                </a:solidFill>
                <a:latin typeface="Lucida Sans Unicode"/>
                <a:ea typeface="DejaVu Sans"/>
              </a:rPr>
              <a:t> </a:t>
            </a:r>
            <a:endParaRPr b="0" lang="fr-FR" sz="2700" spc="-1" strike="noStrike">
              <a:solidFill>
                <a:srgbClr val="000000"/>
              </a:solidFill>
              <a:latin typeface="Arial"/>
            </a:endParaRPr>
          </a:p>
          <a:p>
            <a:pPr marL="109800" algn="ctr">
              <a:lnSpc>
                <a:spcPct val="100000"/>
              </a:lnSpc>
              <a:spcBef>
                <a:spcPts val="400"/>
              </a:spcBef>
            </a:pPr>
            <a:r>
              <a:rPr b="0" i="1" lang="fr-FR" sz="2700" spc="-1" strike="noStrike">
                <a:solidFill>
                  <a:srgbClr val="000000"/>
                </a:solidFill>
                <a:latin typeface="Lucida Sans Unicode"/>
                <a:ea typeface="DejaVu Sans"/>
              </a:rPr>
              <a:t>Attention : ce traitement doit être mis en oeuvre par un membre d'une profession de santé ou une autre personne soumis au secret médical.</a:t>
            </a:r>
            <a:endParaRPr b="0" lang="fr-FR" sz="2700" spc="-1" strike="noStrike">
              <a:solidFill>
                <a:srgbClr val="000000"/>
              </a:solidFill>
              <a:latin typeface="Arial"/>
            </a:endParaRPr>
          </a:p>
          <a:p>
            <a:pPr marL="109800" algn="just">
              <a:lnSpc>
                <a:spcPct val="100000"/>
              </a:lnSpc>
              <a:spcBef>
                <a:spcPts val="400"/>
              </a:spcBef>
            </a:pP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la personne a expressément consenti au traitement des données sensibles pour une ou plusieurs </a:t>
            </a:r>
            <a:r>
              <a:rPr b="0" lang="fr-FR" sz="2700" spc="-1" strike="noStrike">
                <a:solidFill>
                  <a:srgbClr val="000000"/>
                </a:solidFill>
                <a:latin typeface="Lucida Sans Unicode"/>
                <a:ea typeface="DejaVu Sans"/>
              </a:rPr>
              <a:t>	</a:t>
            </a:r>
            <a:r>
              <a:rPr b="0" lang="fr-FR" sz="2700" spc="-1" strike="noStrike">
                <a:solidFill>
                  <a:srgbClr val="000000"/>
                </a:solidFill>
                <a:latin typeface="Lucida Sans Unicode"/>
                <a:ea typeface="DejaVu Sans"/>
              </a:rPr>
              <a:t>finalités spécifiques ;</a:t>
            </a: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il est nécessaire à la sauvegarde de la personne dans l'incapacité juridique ou matérielle d'y consentir </a:t>
            </a:r>
            <a:r>
              <a:rPr b="0" lang="fr-FR" sz="2700" spc="-1" strike="noStrike">
                <a:solidFill>
                  <a:srgbClr val="000000"/>
                </a:solidFill>
                <a:latin typeface="Lucida Sans Unicode"/>
                <a:ea typeface="DejaVu Sans"/>
              </a:rPr>
              <a:t>	</a:t>
            </a:r>
            <a:r>
              <a:rPr b="0" lang="fr-FR" sz="2700" spc="-1" strike="noStrike">
                <a:solidFill>
                  <a:srgbClr val="000000"/>
                </a:solidFill>
                <a:latin typeface="Lucida Sans Unicode"/>
                <a:ea typeface="DejaVu Sans"/>
              </a:rPr>
              <a:t>(ex. : coma) ;</a:t>
            </a: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il est mis en oeuvre par une association, une fondation ou un organisme à but non lucratif à caractère </a:t>
            </a:r>
            <a:r>
              <a:rPr b="0" lang="fr-FR" sz="2700" spc="-1" strike="noStrike">
                <a:solidFill>
                  <a:srgbClr val="000000"/>
                </a:solidFill>
                <a:latin typeface="Lucida Sans Unicode"/>
                <a:ea typeface="DejaVu Sans"/>
              </a:rPr>
              <a:t>	</a:t>
            </a:r>
            <a:r>
              <a:rPr b="0" lang="fr-FR" sz="2700" spc="-1" strike="noStrike">
                <a:solidFill>
                  <a:srgbClr val="000000"/>
                </a:solidFill>
                <a:latin typeface="Lucida Sans Unicode"/>
                <a:ea typeface="DejaVu Sans"/>
              </a:rPr>
              <a:t>religieux, philosophique, politique ou syndical et ne concerne que des données relatives à l'objet de cet </a:t>
            </a:r>
            <a:r>
              <a:rPr b="0" lang="fr-FR" sz="2700" spc="-1" strike="noStrike">
                <a:solidFill>
                  <a:srgbClr val="000000"/>
                </a:solidFill>
                <a:latin typeface="Lucida Sans Unicode"/>
                <a:ea typeface="DejaVu Sans"/>
              </a:rPr>
              <a:t>	</a:t>
            </a:r>
            <a:r>
              <a:rPr b="0" lang="fr-FR" sz="2700" spc="-1" strike="noStrike">
                <a:solidFill>
                  <a:srgbClr val="000000"/>
                </a:solidFill>
                <a:latin typeface="Lucida Sans Unicode"/>
                <a:ea typeface="DejaVu Sans"/>
              </a:rPr>
              <a:t>organisme, avec deux réserves :</a:t>
            </a:r>
            <a:endParaRPr b="0" lang="fr-FR" sz="2700" spc="-1" strike="noStrike">
              <a:solidFill>
                <a:srgbClr val="000000"/>
              </a:solidFill>
              <a:latin typeface="Arial"/>
            </a:endParaRPr>
          </a:p>
          <a:p>
            <a:pPr marL="109800" algn="just">
              <a:lnSpc>
                <a:spcPct val="100000"/>
              </a:lnSpc>
              <a:spcBef>
                <a:spcPts val="400"/>
              </a:spcBef>
            </a:pPr>
            <a:r>
              <a:rPr b="0" lang="fr-FR" sz="2700" spc="-1" strike="noStrike">
                <a:solidFill>
                  <a:srgbClr val="000000"/>
                </a:solidFill>
                <a:latin typeface="Lucida Sans Unicode"/>
                <a:ea typeface="DejaVu Sans"/>
              </a:rPr>
              <a:t>	</a:t>
            </a:r>
            <a:r>
              <a:rPr b="0" lang="fr-FR" sz="2700" spc="-1" strike="noStrike">
                <a:solidFill>
                  <a:srgbClr val="000000"/>
                </a:solidFill>
                <a:latin typeface="Lucida Sans Unicode"/>
                <a:ea typeface="DejaVu Sans"/>
              </a:rPr>
              <a:t>	</a:t>
            </a:r>
            <a:r>
              <a:rPr b="0" lang="fr-FR" sz="2700" spc="-1" strike="noStrike">
                <a:solidFill>
                  <a:srgbClr val="000000"/>
                </a:solidFill>
                <a:latin typeface="Lucida Sans Unicode"/>
                <a:ea typeface="DejaVu Sans"/>
              </a:rPr>
              <a:t>•  </a:t>
            </a:r>
            <a:r>
              <a:rPr b="0" lang="fr-FR" sz="2700" spc="-1" strike="noStrike">
                <a:solidFill>
                  <a:srgbClr val="000000"/>
                </a:solidFill>
                <a:latin typeface="Lucida Sans Unicode"/>
                <a:ea typeface="DejaVu Sans"/>
              </a:rPr>
              <a:t>le traitement doit se rapporter exclusivement aux membres et anciens membres dudit </a:t>
            </a:r>
            <a:r>
              <a:rPr b="0" lang="fr-FR" sz="2700" spc="-1" strike="noStrike">
                <a:solidFill>
                  <a:srgbClr val="000000"/>
                </a:solidFill>
                <a:latin typeface="Lucida Sans Unicode"/>
                <a:ea typeface="DejaVu Sans"/>
              </a:rPr>
              <a:t>	</a:t>
            </a:r>
            <a:r>
              <a:rPr b="0" lang="fr-FR" sz="2700" spc="-1" strike="noStrike">
                <a:solidFill>
                  <a:srgbClr val="000000"/>
                </a:solidFill>
                <a:latin typeface="Lucida Sans Unicode"/>
                <a:ea typeface="DejaVu Sans"/>
              </a:rPr>
              <a:t>	</a:t>
            </a:r>
            <a:r>
              <a:rPr b="0" lang="fr-FR" sz="2700" spc="-1" strike="noStrike">
                <a:solidFill>
                  <a:srgbClr val="000000"/>
                </a:solidFill>
                <a:latin typeface="Lucida Sans Unicode"/>
                <a:ea typeface="DejaVu Sans"/>
              </a:rPr>
              <a:t>organisme ou aux personnes entretenant avec lui des contacts réguliers en liaison avec ses finalités,</a:t>
            </a:r>
            <a:endParaRPr b="0" lang="fr-FR" sz="2700" spc="-1" strike="noStrike">
              <a:solidFill>
                <a:srgbClr val="000000"/>
              </a:solidFill>
              <a:latin typeface="Arial"/>
            </a:endParaRPr>
          </a:p>
          <a:p>
            <a:pPr marL="109800" algn="just">
              <a:lnSpc>
                <a:spcPct val="100000"/>
              </a:lnSpc>
              <a:spcBef>
                <a:spcPts val="400"/>
              </a:spcBef>
            </a:pPr>
            <a:r>
              <a:rPr b="0" lang="fr-FR" sz="2700" spc="-1" strike="noStrike">
                <a:solidFill>
                  <a:srgbClr val="000000"/>
                </a:solidFill>
                <a:latin typeface="Lucida Sans Unicode"/>
                <a:ea typeface="DejaVu Sans"/>
              </a:rPr>
              <a:t>	</a:t>
            </a:r>
            <a:r>
              <a:rPr b="0" lang="fr-FR" sz="2700" spc="-1" strike="noStrike">
                <a:solidFill>
                  <a:srgbClr val="000000"/>
                </a:solidFill>
                <a:latin typeface="Lucida Sans Unicode"/>
                <a:ea typeface="DejaVu Sans"/>
              </a:rPr>
              <a:t>	</a:t>
            </a:r>
            <a:r>
              <a:rPr b="0" lang="fr-FR" sz="2700" spc="-1" strike="noStrike">
                <a:solidFill>
                  <a:srgbClr val="000000"/>
                </a:solidFill>
                <a:latin typeface="Lucida Sans Unicode"/>
                <a:ea typeface="DejaVu Sans"/>
              </a:rPr>
              <a:t>• </a:t>
            </a:r>
            <a:r>
              <a:rPr b="0" lang="fr-FR" sz="2700" spc="-1" strike="noStrike">
                <a:solidFill>
                  <a:srgbClr val="000000"/>
                </a:solidFill>
                <a:latin typeface="Lucida Sans Unicode"/>
                <a:ea typeface="DejaVu Sans"/>
              </a:rPr>
              <a:t>et les données ne doivent pas être communiquées en dehors de cet organisme sans le consentement de la personne.</a:t>
            </a:r>
            <a:endParaRPr b="0" lang="fr-FR" sz="2700" spc="-1" strike="noStrike">
              <a:solidFill>
                <a:srgbClr val="000000"/>
              </a:solidFill>
              <a:latin typeface="Arial"/>
            </a:endParaRPr>
          </a:p>
        </p:txBody>
      </p:sp>
      <p:sp>
        <p:nvSpPr>
          <p:cNvPr id="556" name="TextShape 2"/>
          <p:cNvSpPr/>
          <p:nvPr/>
        </p:nvSpPr>
        <p:spPr>
          <a:xfrm>
            <a:off x="457200" y="274680"/>
            <a:ext cx="8225280" cy="1138680"/>
          </a:xfrm>
          <a:prstGeom prst="rect">
            <a:avLst/>
          </a:prstGeom>
          <a:noFill/>
          <a:ln w="0">
            <a:noFill/>
          </a:ln>
        </p:spPr>
        <p:style>
          <a:lnRef idx="0"/>
          <a:fillRef idx="0"/>
          <a:effectRef idx="0"/>
          <a:fontRef idx="minor"/>
        </p:style>
        <p:txBody>
          <a:bodyPr lIns="90000" rIns="90000" tIns="45000" bIns="45000" anchor="ctr">
            <a:normAutofit/>
          </a:bodyPr>
          <a:p>
            <a:pPr>
              <a:lnSpc>
                <a:spcPct val="100000"/>
              </a:lnSpc>
            </a:pPr>
            <a:r>
              <a:rPr b="1" lang="fr-FR" sz="2800" spc="-1" strike="noStrike">
                <a:solidFill>
                  <a:srgbClr val="464646"/>
                </a:solidFill>
                <a:latin typeface="Lucida Sans Unicode"/>
                <a:ea typeface="DejaVu Sans"/>
              </a:rPr>
              <a:t>Principe d'interdiction de traitement de données dites sensibles </a:t>
            </a:r>
            <a:endParaRPr b="0" lang="fr-F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7" name="TextShape 1"/>
          <p:cNvSpPr/>
          <p:nvPr/>
        </p:nvSpPr>
        <p:spPr>
          <a:xfrm>
            <a:off x="457200" y="1481400"/>
            <a:ext cx="8225280" cy="4521600"/>
          </a:xfrm>
          <a:prstGeom prst="rect">
            <a:avLst/>
          </a:prstGeom>
          <a:noFill/>
          <a:ln w="0">
            <a:noFill/>
          </a:ln>
        </p:spPr>
        <p:style>
          <a:lnRef idx="0"/>
          <a:fillRef idx="0"/>
          <a:effectRef idx="0"/>
          <a:fontRef idx="minor"/>
        </p:style>
        <p:txBody>
          <a:bodyPr lIns="90000" rIns="90000" tIns="45000" bIns="45000" anchor="t">
            <a:noAutofit/>
          </a:bodyPr>
          <a:p>
            <a:pPr marL="109800" algn="ctr">
              <a:lnSpc>
                <a:spcPct val="100000"/>
              </a:lnSpc>
              <a:spcBef>
                <a:spcPts val="400"/>
              </a:spcBef>
            </a:pPr>
            <a:r>
              <a:rPr b="1" lang="fr-FR" sz="2700" spc="-1" strike="noStrike">
                <a:solidFill>
                  <a:srgbClr val="000000"/>
                </a:solidFill>
                <a:latin typeface="Lucida Sans Unicode"/>
                <a:ea typeface="DejaVu Sans"/>
              </a:rPr>
              <a:t>Fichiers d’évaluation des agents : sanction de 400 000 euros à l’encontre de la RATP</a:t>
            </a:r>
            <a:endParaRPr b="0" lang="fr-FR" sz="2700" spc="-1" strike="noStrike">
              <a:solidFill>
                <a:srgbClr val="000000"/>
              </a:solidFill>
              <a:latin typeface="Arial"/>
            </a:endParaRPr>
          </a:p>
          <a:p>
            <a:pPr marL="109800" algn="just">
              <a:lnSpc>
                <a:spcPct val="100000"/>
              </a:lnSpc>
              <a:spcBef>
                <a:spcPts val="400"/>
              </a:spcBef>
            </a:pPr>
            <a:r>
              <a:rPr b="0" lang="fr-FR" sz="2700" spc="-1" strike="noStrike">
                <a:solidFill>
                  <a:srgbClr val="000000"/>
                </a:solidFill>
                <a:latin typeface="Lucida Sans Unicode"/>
                <a:ea typeface="DejaVu Sans"/>
              </a:rPr>
              <a:t>La CNIL a sanctionné la RATP d’une amende de 400 000 euros après avoir constaté que plusieurs centres de bus avaient intégré le nombre de jours de grève des agents dans des fichiers d’évaluation qui servaient à préparer les choix de promotion. </a:t>
            </a:r>
            <a:endParaRPr b="0" lang="fr-FR" sz="2700" spc="-1" strike="noStrike">
              <a:solidFill>
                <a:srgbClr val="000000"/>
              </a:solidFill>
              <a:latin typeface="Arial"/>
            </a:endParaRPr>
          </a:p>
        </p:txBody>
      </p:sp>
      <p:sp>
        <p:nvSpPr>
          <p:cNvPr id="558" name="TextShape 2"/>
          <p:cNvSpPr/>
          <p:nvPr/>
        </p:nvSpPr>
        <p:spPr>
          <a:xfrm>
            <a:off x="457200" y="274680"/>
            <a:ext cx="8225280" cy="1138680"/>
          </a:xfrm>
          <a:prstGeom prst="rect">
            <a:avLst/>
          </a:prstGeom>
          <a:noFill/>
          <a:ln w="0">
            <a:noFill/>
          </a:ln>
        </p:spPr>
        <p:style>
          <a:lnRef idx="0"/>
          <a:fillRef idx="0"/>
          <a:effectRef idx="0"/>
          <a:fontRef idx="minor"/>
        </p:style>
        <p:txBody>
          <a:bodyPr lIns="90000" rIns="90000" tIns="45000" bIns="45000" anchor="ctr">
            <a:normAutofit/>
          </a:bodyPr>
          <a:p>
            <a:pPr>
              <a:lnSpc>
                <a:spcPct val="100000"/>
              </a:lnSpc>
            </a:pPr>
            <a:r>
              <a:rPr b="1" lang="fr-FR" sz="3200" spc="-1" strike="noStrike">
                <a:solidFill>
                  <a:srgbClr val="464646"/>
                </a:solidFill>
                <a:latin typeface="Lucida Sans Unicode"/>
                <a:ea typeface="DejaVu Sans"/>
              </a:rPr>
              <a:t>Exemple de mauvaises pratiques</a:t>
            </a:r>
            <a:endParaRPr b="0" lang="fr-FR"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9" name="TextShape 1"/>
          <p:cNvSpPr/>
          <p:nvPr/>
        </p:nvSpPr>
        <p:spPr>
          <a:xfrm>
            <a:off x="457200" y="1052640"/>
            <a:ext cx="8225280" cy="5468400"/>
          </a:xfrm>
          <a:prstGeom prst="rect">
            <a:avLst/>
          </a:prstGeom>
          <a:noFill/>
          <a:ln w="0">
            <a:noFill/>
          </a:ln>
        </p:spPr>
        <p:style>
          <a:lnRef idx="0"/>
          <a:fillRef idx="0"/>
          <a:effectRef idx="0"/>
          <a:fontRef idx="minor"/>
        </p:style>
        <p:txBody>
          <a:bodyPr lIns="90000" rIns="90000" tIns="45000" bIns="45000" anchor="t">
            <a:normAutofit fontScale="57777"/>
          </a:bodyPr>
          <a:p>
            <a:pPr marL="109800" algn="ctr">
              <a:lnSpc>
                <a:spcPct val="100000"/>
              </a:lnSpc>
              <a:spcBef>
                <a:spcPts val="400"/>
              </a:spcBef>
            </a:pPr>
            <a:r>
              <a:rPr b="1" lang="fr-FR" sz="2700" spc="-1" strike="noStrike">
                <a:solidFill>
                  <a:srgbClr val="000000"/>
                </a:solidFill>
                <a:latin typeface="Lucida Sans Unicode"/>
                <a:ea typeface="DejaVu Sans"/>
              </a:rPr>
              <a:t>Les manquements constatés</a:t>
            </a: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1" lang="fr-FR" sz="2700" spc="-1" strike="noStrike">
                <a:solidFill>
                  <a:srgbClr val="000000"/>
                </a:solidFill>
                <a:latin typeface="Lucida Sans Unicode"/>
                <a:ea typeface="DejaVu Sans"/>
              </a:rPr>
              <a:t>Une collecte de données non nécessaires </a:t>
            </a:r>
            <a:r>
              <a:rPr b="0" lang="fr-FR" sz="2700" spc="-1" strike="noStrike">
                <a:solidFill>
                  <a:srgbClr val="000000"/>
                </a:solidFill>
                <a:latin typeface="Lucida Sans Unicode"/>
                <a:ea typeface="DejaVu Sans"/>
              </a:rPr>
              <a:t>(article 5.1.c et 5.2 du RGPD) : la RATP organise chaque année, dans chaque centre de bus, une réunion d’arbitrage dont l’objectif est d’établir la liste des agents proposés à l’avancement par la direction. À cette occasion, un fichier d’aide à la décision est créé par les personnels affectés aux services des ressources humaines. En principe, ce fichier contient seulement les données nécessaires à l’évaluation des agents. Toutefois, la CNIL a constaté que dans les fichiers des centres de bus qu’elle a contrôlés, figuraient des colonnes relatives au nombre de jours de grève exercés par les agents pour chaque année évaluée.</a:t>
            </a: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1" lang="fr-FR" sz="2700" spc="-1" strike="noStrike">
                <a:solidFill>
                  <a:srgbClr val="000000"/>
                </a:solidFill>
                <a:latin typeface="Lucida Sans Unicode"/>
                <a:ea typeface="DejaVu Sans"/>
              </a:rPr>
              <a:t>Un manquement à l’obligation de limiter la durée de conservation des données</a:t>
            </a:r>
            <a:r>
              <a:rPr b="0" lang="fr-FR" sz="2700" spc="-1" strike="noStrike">
                <a:solidFill>
                  <a:srgbClr val="000000"/>
                </a:solidFill>
                <a:latin typeface="Lucida Sans Unicode"/>
                <a:ea typeface="DejaVu Sans"/>
              </a:rPr>
              <a:t> (article 5.1.e du RGPD) ;</a:t>
            </a: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Un manquement à la </a:t>
            </a:r>
            <a:r>
              <a:rPr b="1" lang="fr-FR" sz="2700" spc="-1" strike="noStrike">
                <a:solidFill>
                  <a:srgbClr val="000000"/>
                </a:solidFill>
                <a:latin typeface="Lucida Sans Unicode"/>
                <a:ea typeface="DejaVu Sans"/>
              </a:rPr>
              <a:t>sécurité des données </a:t>
            </a:r>
            <a:r>
              <a:rPr b="0" lang="fr-FR" sz="2700" spc="-1" strike="noStrike">
                <a:solidFill>
                  <a:srgbClr val="000000"/>
                </a:solidFill>
                <a:latin typeface="Lucida Sans Unicode"/>
                <a:ea typeface="DejaVu Sans"/>
              </a:rPr>
              <a:t>(article 32 du RGPD). La CNIL a constaté que la RATP ne différenciait pas suffisamment les différents niveaux d’habilitation des agents. En effet :</a:t>
            </a:r>
            <a:endParaRPr b="0" lang="fr-FR" sz="2700" spc="-1" strike="noStrike">
              <a:solidFill>
                <a:srgbClr val="000000"/>
              </a:solidFill>
              <a:latin typeface="Arial"/>
            </a:endParaRPr>
          </a:p>
          <a:p>
            <a:pPr lvl="1" marL="621720" indent="-228240" algn="just">
              <a:lnSpc>
                <a:spcPct val="100000"/>
              </a:lnSpc>
              <a:spcBef>
                <a:spcPts val="323"/>
              </a:spcBef>
              <a:buClr>
                <a:srgbClr val="2da2bf"/>
              </a:buClr>
              <a:buFont typeface="Verdana"/>
              <a:buChar char="◦"/>
            </a:pPr>
            <a:r>
              <a:rPr b="0" lang="fr-FR" sz="2300" spc="-1" strike="noStrike">
                <a:solidFill>
                  <a:srgbClr val="000000"/>
                </a:solidFill>
                <a:latin typeface="Lucida Sans Unicode"/>
                <a:ea typeface="DejaVu Sans"/>
              </a:rPr>
              <a:t>les agents habilités accédaient à l’ensemble des catégories de données contenues dans l’outil (notamment, l’ensemble des données relatives aux ressources humaines) sans distinction des fonctions ou des missions des agents ;</a:t>
            </a:r>
            <a:endParaRPr b="0" lang="fr-FR" sz="2300" spc="-1" strike="noStrike">
              <a:solidFill>
                <a:srgbClr val="000000"/>
              </a:solidFill>
              <a:latin typeface="Arial"/>
            </a:endParaRPr>
          </a:p>
          <a:p>
            <a:pPr lvl="1" marL="621720" indent="-228240" algn="just">
              <a:lnSpc>
                <a:spcPct val="100000"/>
              </a:lnSpc>
              <a:spcBef>
                <a:spcPts val="323"/>
              </a:spcBef>
              <a:buClr>
                <a:srgbClr val="2da2bf"/>
              </a:buClr>
              <a:buFont typeface="Verdana"/>
              <a:buChar char="◦"/>
            </a:pPr>
            <a:r>
              <a:rPr b="0" lang="fr-FR" sz="2300" spc="-1" strike="noStrike">
                <a:solidFill>
                  <a:srgbClr val="000000"/>
                </a:solidFill>
                <a:latin typeface="Lucida Sans Unicode"/>
                <a:ea typeface="DejaVu Sans"/>
              </a:rPr>
              <a:t>ces agents accédaient aux données relatives aux agents du centre de bus dans lequel ils exercent leurs fonctions mais également à celles des agents de tous les autres centres de bus ;</a:t>
            </a:r>
            <a:endParaRPr b="0" lang="fr-FR" sz="2300" spc="-1" strike="noStrike">
              <a:solidFill>
                <a:srgbClr val="000000"/>
              </a:solidFill>
              <a:latin typeface="Arial"/>
            </a:endParaRPr>
          </a:p>
          <a:p>
            <a:pPr lvl="1" marL="621720" indent="-228240" algn="just">
              <a:lnSpc>
                <a:spcPct val="100000"/>
              </a:lnSpc>
              <a:spcBef>
                <a:spcPts val="323"/>
              </a:spcBef>
              <a:buClr>
                <a:srgbClr val="2da2bf"/>
              </a:buClr>
              <a:buFont typeface="Verdana"/>
              <a:buChar char="◦"/>
            </a:pPr>
            <a:r>
              <a:rPr b="0" lang="fr-FR" sz="2300" spc="-1" strike="noStrike">
                <a:solidFill>
                  <a:srgbClr val="000000"/>
                </a:solidFill>
                <a:latin typeface="Lucida Sans Unicode"/>
                <a:ea typeface="DejaVu Sans"/>
              </a:rPr>
              <a:t>tous les agents habilités pouvaient extraire l’ensemble des données contenues dans l’outil.</a:t>
            </a:r>
            <a:endParaRPr b="0" lang="fr-FR" sz="2300" spc="-1" strike="noStrike">
              <a:solidFill>
                <a:srgbClr val="000000"/>
              </a:solidFill>
              <a:latin typeface="Arial"/>
            </a:endParaRPr>
          </a:p>
        </p:txBody>
      </p:sp>
      <p:sp>
        <p:nvSpPr>
          <p:cNvPr id="560" name="TextShape 2"/>
          <p:cNvSpPr/>
          <p:nvPr/>
        </p:nvSpPr>
        <p:spPr>
          <a:xfrm>
            <a:off x="457200" y="274680"/>
            <a:ext cx="8225280" cy="845640"/>
          </a:xfrm>
          <a:prstGeom prst="rect">
            <a:avLst/>
          </a:prstGeom>
          <a:noFill/>
          <a:ln w="0">
            <a:noFill/>
          </a:ln>
        </p:spPr>
        <p:style>
          <a:lnRef idx="0"/>
          <a:fillRef idx="0"/>
          <a:effectRef idx="0"/>
          <a:fontRef idx="minor"/>
        </p:style>
        <p:txBody>
          <a:bodyPr lIns="90000" rIns="90000" tIns="45000" bIns="45000" anchor="ctr">
            <a:normAutofit/>
          </a:bodyPr>
          <a:p>
            <a:pPr>
              <a:lnSpc>
                <a:spcPct val="100000"/>
              </a:lnSpc>
            </a:pPr>
            <a:r>
              <a:rPr b="1" lang="fr-FR" sz="2800" spc="-1" strike="noStrike">
                <a:solidFill>
                  <a:srgbClr val="464646"/>
                </a:solidFill>
                <a:latin typeface="Lucida Sans Unicode"/>
                <a:ea typeface="DejaVu Sans"/>
              </a:rPr>
              <a:t>Exemple de mauvaises pratiques</a:t>
            </a:r>
            <a:endParaRPr b="0" lang="fr-F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1" name="TextShape 1"/>
          <p:cNvSpPr/>
          <p:nvPr/>
        </p:nvSpPr>
        <p:spPr>
          <a:xfrm>
            <a:off x="457200" y="1481400"/>
            <a:ext cx="8225280" cy="4521600"/>
          </a:xfrm>
          <a:prstGeom prst="rect">
            <a:avLst/>
          </a:prstGeom>
          <a:noFill/>
          <a:ln w="0">
            <a:noFill/>
          </a:ln>
        </p:spPr>
        <p:style>
          <a:lnRef idx="0"/>
          <a:fillRef idx="0"/>
          <a:effectRef idx="0"/>
          <a:fontRef idx="minor"/>
        </p:style>
        <p:txBody>
          <a:bodyPr lIns="90000" rIns="90000" tIns="45000" bIns="45000" anchor="t">
            <a:normAutofit/>
          </a:bodyPr>
          <a:p>
            <a:pPr marL="109800" algn="ctr">
              <a:lnSpc>
                <a:spcPct val="100000"/>
              </a:lnSpc>
              <a:spcBef>
                <a:spcPts val="400"/>
              </a:spcBef>
            </a:pPr>
            <a:r>
              <a:rPr b="0" lang="fr-FR" sz="2700" spc="-1" strike="noStrike">
                <a:solidFill>
                  <a:srgbClr val="000000"/>
                </a:solidFill>
                <a:latin typeface="Lucida Sans Unicode"/>
                <a:ea typeface="DejaVu Sans"/>
              </a:rPr>
              <a:t>Le consentement</a:t>
            </a: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Le consentement s’impose en tant que base légale pour certains traitements tels que :</a:t>
            </a:r>
            <a:endParaRPr b="0" lang="fr-FR" sz="2700" spc="-1" strike="noStrike">
              <a:solidFill>
                <a:srgbClr val="000000"/>
              </a:solidFill>
              <a:latin typeface="Arial"/>
            </a:endParaRPr>
          </a:p>
          <a:p>
            <a:pPr lvl="1" marL="621720" indent="-228240" algn="just">
              <a:lnSpc>
                <a:spcPct val="100000"/>
              </a:lnSpc>
              <a:spcBef>
                <a:spcPts val="323"/>
              </a:spcBef>
              <a:buClr>
                <a:srgbClr val="2da2bf"/>
              </a:buClr>
              <a:buFont typeface="Verdana"/>
              <a:buChar char="◦"/>
            </a:pPr>
            <a:r>
              <a:rPr b="0" lang="fr-FR" sz="2300" spc="-1" strike="noStrike">
                <a:solidFill>
                  <a:srgbClr val="000000"/>
                </a:solidFill>
                <a:latin typeface="Lucida Sans Unicode"/>
                <a:ea typeface="DejaVu Sans"/>
              </a:rPr>
              <a:t>Le traitement de données sensibles ;</a:t>
            </a:r>
            <a:endParaRPr b="0" lang="fr-FR" sz="2300" spc="-1" strike="noStrike">
              <a:solidFill>
                <a:srgbClr val="000000"/>
              </a:solidFill>
              <a:latin typeface="Arial"/>
            </a:endParaRPr>
          </a:p>
          <a:p>
            <a:pPr lvl="1" marL="621720" indent="-228240" algn="just">
              <a:lnSpc>
                <a:spcPct val="100000"/>
              </a:lnSpc>
              <a:spcBef>
                <a:spcPts val="323"/>
              </a:spcBef>
              <a:buClr>
                <a:srgbClr val="2da2bf"/>
              </a:buClr>
              <a:buFont typeface="Verdana"/>
              <a:buChar char="◦"/>
            </a:pPr>
            <a:r>
              <a:rPr b="0" lang="fr-FR" sz="2300" spc="-1" strike="noStrike">
                <a:solidFill>
                  <a:srgbClr val="000000"/>
                </a:solidFill>
                <a:latin typeface="Lucida Sans Unicode"/>
                <a:ea typeface="DejaVu Sans"/>
              </a:rPr>
              <a:t>Les traitements à des fins de prospection (sauf si la personne concernée est déjà cliente du responsable de traitement et que la prospection a pour objet des produits ou services analogues à ceux pour lesquels la personne concernée est déjà engagée auprès du responsable de traitement),</a:t>
            </a:r>
            <a:endParaRPr b="0" lang="fr-FR" sz="2300" spc="-1" strike="noStrike">
              <a:solidFill>
                <a:srgbClr val="000000"/>
              </a:solidFill>
              <a:latin typeface="Arial"/>
            </a:endParaRPr>
          </a:p>
          <a:p>
            <a:pPr marL="109800" algn="just">
              <a:lnSpc>
                <a:spcPct val="100000"/>
              </a:lnSpc>
              <a:spcBef>
                <a:spcPts val="400"/>
              </a:spcBef>
            </a:pPr>
            <a:endParaRPr b="0" lang="fr-FR" sz="2300" spc="-1" strike="noStrike">
              <a:solidFill>
                <a:srgbClr val="000000"/>
              </a:solidFill>
              <a:latin typeface="Arial"/>
            </a:endParaRPr>
          </a:p>
        </p:txBody>
      </p:sp>
      <p:sp>
        <p:nvSpPr>
          <p:cNvPr id="562" name="TextShape 2"/>
          <p:cNvSpPr/>
          <p:nvPr/>
        </p:nvSpPr>
        <p:spPr>
          <a:xfrm>
            <a:off x="457200" y="274680"/>
            <a:ext cx="8225280" cy="1138680"/>
          </a:xfrm>
          <a:prstGeom prst="rect">
            <a:avLst/>
          </a:prstGeom>
          <a:noFill/>
          <a:ln w="0">
            <a:noFill/>
          </a:ln>
        </p:spPr>
        <p:style>
          <a:lnRef idx="0"/>
          <a:fillRef idx="0"/>
          <a:effectRef idx="0"/>
          <a:fontRef idx="minor"/>
        </p:style>
        <p:txBody>
          <a:bodyPr lIns="90000" rIns="90000" tIns="45000" bIns="45000" anchor="ctr">
            <a:normAutofit/>
          </a:bodyPr>
          <a:p>
            <a:pPr>
              <a:lnSpc>
                <a:spcPct val="100000"/>
              </a:lnSpc>
            </a:pPr>
            <a:r>
              <a:rPr b="1" lang="fr-FR" sz="3200" spc="-1" strike="noStrike">
                <a:solidFill>
                  <a:srgbClr val="464646"/>
                </a:solidFill>
                <a:latin typeface="Lucida Sans Unicode"/>
                <a:ea typeface="DejaVu Sans"/>
              </a:rPr>
              <a:t>Principe de respect des personnes</a:t>
            </a:r>
            <a:endParaRPr b="0" lang="fr-FR"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3" name="TextShape 1"/>
          <p:cNvSpPr/>
          <p:nvPr/>
        </p:nvSpPr>
        <p:spPr>
          <a:xfrm>
            <a:off x="457200" y="1481400"/>
            <a:ext cx="8225280" cy="4521600"/>
          </a:xfrm>
          <a:prstGeom prst="rect">
            <a:avLst/>
          </a:prstGeom>
          <a:noFill/>
          <a:ln w="0">
            <a:noFill/>
          </a:ln>
        </p:spPr>
        <p:style>
          <a:lnRef idx="0"/>
          <a:fillRef idx="0"/>
          <a:effectRef idx="0"/>
          <a:fontRef idx="minor"/>
        </p:style>
        <p:txBody>
          <a:bodyPr lIns="90000" rIns="90000" tIns="45000" bIns="45000" anchor="t">
            <a:normAutofit fontScale="62222" lnSpcReduction="10000"/>
          </a:bodyPr>
          <a:p>
            <a:pPr marL="109800" algn="ctr">
              <a:lnSpc>
                <a:spcPct val="100000"/>
              </a:lnSpc>
              <a:spcBef>
                <a:spcPts val="400"/>
              </a:spcBef>
            </a:pPr>
            <a:r>
              <a:rPr b="1" lang="fr-FR" sz="2700" spc="-1" strike="noStrike">
                <a:solidFill>
                  <a:srgbClr val="000000"/>
                </a:solidFill>
                <a:latin typeface="Lucida Sans Unicode"/>
                <a:ea typeface="DejaVu Sans"/>
              </a:rPr>
              <a:t>En revanche, le consentement ne s’impose pas lorsque ces données sont collectées : </a:t>
            </a: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pour l'exécution d'un contrat (ex : contrat de vente, de location, de travail, etc.) ou de mesures précontractuelles (ex : un devis, des pourparlers, etc.).</a:t>
            </a: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parce qu'un texte légal rend obligatoire certains fichiers (ex : le recensement de la population par l'INSEE, le registre unique du personnel, etc.). </a:t>
            </a: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pour l'exécution d'une mission d'intérêt public ou relevant de l'autorité publique (ex : constitution de fichiers de police, de l'administration fiscale, etc.).</a:t>
            </a: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pour sauvegarder les intérêts vitaux d'une personne (ex : en cas d'épidémie, dans les situations de catastrophe naturelle ou d'origine humaine, etc.). </a:t>
            </a: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pour un intérêt légitime (ex : la prévention de la fraude, les transferts au sein d'un groupe, la sécurité des réseaux, etc.) sauf si les intérêts ou les libertés fondamentales de la personne concernée prévalent.</a:t>
            </a:r>
            <a:endParaRPr b="0" lang="fr-FR" sz="2700" spc="-1" strike="noStrike">
              <a:solidFill>
                <a:srgbClr val="000000"/>
              </a:solidFill>
              <a:latin typeface="Arial"/>
            </a:endParaRPr>
          </a:p>
          <a:p>
            <a:pPr>
              <a:lnSpc>
                <a:spcPct val="100000"/>
              </a:lnSpc>
              <a:spcBef>
                <a:spcPts val="400"/>
              </a:spcBef>
            </a:pPr>
            <a:endParaRPr b="0" lang="fr-FR" sz="2700" spc="-1" strike="noStrike">
              <a:solidFill>
                <a:srgbClr val="000000"/>
              </a:solidFill>
              <a:latin typeface="Arial"/>
            </a:endParaRPr>
          </a:p>
        </p:txBody>
      </p:sp>
      <p:sp>
        <p:nvSpPr>
          <p:cNvPr id="564" name="TextShape 2"/>
          <p:cNvSpPr/>
          <p:nvPr/>
        </p:nvSpPr>
        <p:spPr>
          <a:xfrm>
            <a:off x="457200" y="274680"/>
            <a:ext cx="8225280" cy="1138680"/>
          </a:xfrm>
          <a:prstGeom prst="rect">
            <a:avLst/>
          </a:prstGeom>
          <a:noFill/>
          <a:ln w="0">
            <a:noFill/>
          </a:ln>
        </p:spPr>
        <p:style>
          <a:lnRef idx="0"/>
          <a:fillRef idx="0"/>
          <a:effectRef idx="0"/>
          <a:fontRef idx="minor"/>
        </p:style>
        <p:txBody>
          <a:bodyPr lIns="90000" rIns="90000" tIns="45000" bIns="45000" anchor="ctr">
            <a:normAutofit/>
          </a:bodyPr>
          <a:p>
            <a:pPr>
              <a:lnSpc>
                <a:spcPct val="100000"/>
              </a:lnSpc>
            </a:pPr>
            <a:r>
              <a:rPr b="1" lang="fr-FR" sz="3200" spc="-1" strike="noStrike">
                <a:solidFill>
                  <a:srgbClr val="464646"/>
                </a:solidFill>
                <a:latin typeface="Lucida Sans Unicode"/>
                <a:ea typeface="DejaVu Sans"/>
              </a:rPr>
              <a:t>Principe de respect des personnes</a:t>
            </a:r>
            <a:endParaRPr b="0" lang="fr-FR"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5" name="TextShape 1"/>
          <p:cNvSpPr/>
          <p:nvPr/>
        </p:nvSpPr>
        <p:spPr>
          <a:xfrm>
            <a:off x="457200" y="1481400"/>
            <a:ext cx="8225280" cy="4521600"/>
          </a:xfrm>
          <a:prstGeom prst="rect">
            <a:avLst/>
          </a:prstGeom>
          <a:noFill/>
          <a:ln w="0">
            <a:noFill/>
          </a:ln>
        </p:spPr>
        <p:style>
          <a:lnRef idx="0"/>
          <a:fillRef idx="0"/>
          <a:effectRef idx="0"/>
          <a:fontRef idx="minor"/>
        </p:style>
        <p:txBody>
          <a:bodyPr lIns="90000" rIns="90000" tIns="45000" bIns="45000" anchor="t">
            <a:normAutofit fontScale="68333"/>
          </a:bodyPr>
          <a:p>
            <a:pPr marL="109800" algn="ctr">
              <a:lnSpc>
                <a:spcPct val="100000"/>
              </a:lnSpc>
              <a:spcBef>
                <a:spcPts val="400"/>
              </a:spcBef>
            </a:pPr>
            <a:r>
              <a:rPr b="1" lang="fr-FR" sz="2700" spc="-1" strike="noStrike">
                <a:solidFill>
                  <a:srgbClr val="000000"/>
                </a:solidFill>
                <a:latin typeface="Lucida Sans Unicode"/>
                <a:ea typeface="DejaVu Sans"/>
              </a:rPr>
              <a:t>L’information des personnes concernées est obligatoire </a:t>
            </a:r>
            <a:r>
              <a:rPr b="0" lang="fr-FR" sz="2700" spc="-1" strike="noStrike">
                <a:solidFill>
                  <a:srgbClr val="000000"/>
                </a:solidFill>
                <a:latin typeface="Lucida Sans Unicode"/>
                <a:ea typeface="DejaVu Sans"/>
              </a:rPr>
              <a:t>:</a:t>
            </a:r>
            <a:endParaRPr b="0" lang="fr-FR" sz="2700" spc="-1" strike="noStrike">
              <a:solidFill>
                <a:srgbClr val="000000"/>
              </a:solidFill>
              <a:latin typeface="Arial"/>
            </a:endParaRPr>
          </a:p>
          <a:p>
            <a:pPr marL="109800" algn="just">
              <a:lnSpc>
                <a:spcPct val="100000"/>
              </a:lnSpc>
              <a:spcBef>
                <a:spcPts val="400"/>
              </a:spcBef>
            </a:pP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en cas de collecte directe des données : lorsque les données sont recueillies directement auprès des personnes (exemples : formulaire, achat en ligne, souscription d’un contrat, ouverture d’un compte bancaire) ou lorsqu’elles sont recueillies via des dispositifs ou des technologies d’observation de l’activité des personnes (exemples : vidéosurveillance, analyse de la navigation sur Internet, géolocalisation et wifi analytics/tracking pour la mesure d’audience, etc.) ;</a:t>
            </a: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en cas de collecte indirecte des données personnelles : lorsque les données ne sont pas recueillies directement auprès des personnes (exemples : données récupérées auprès de partenaires commerciaux, de data brokers, de sources accessibles au public ou d’autres personnes).</a:t>
            </a:r>
            <a:endParaRPr b="0" lang="fr-FR" sz="2700" spc="-1" strike="noStrike">
              <a:solidFill>
                <a:srgbClr val="000000"/>
              </a:solidFill>
              <a:latin typeface="Arial"/>
            </a:endParaRPr>
          </a:p>
          <a:p>
            <a:pPr marL="109800" algn="just">
              <a:lnSpc>
                <a:spcPct val="100000"/>
              </a:lnSpc>
              <a:spcBef>
                <a:spcPts val="400"/>
              </a:spcBef>
            </a:pPr>
            <a:endParaRPr b="0" lang="fr-FR" sz="2700" spc="-1" strike="noStrike">
              <a:solidFill>
                <a:srgbClr val="000000"/>
              </a:solidFill>
              <a:latin typeface="Arial"/>
            </a:endParaRPr>
          </a:p>
        </p:txBody>
      </p:sp>
      <p:sp>
        <p:nvSpPr>
          <p:cNvPr id="566" name="TextShape 2"/>
          <p:cNvSpPr/>
          <p:nvPr/>
        </p:nvSpPr>
        <p:spPr>
          <a:xfrm>
            <a:off x="457200" y="274680"/>
            <a:ext cx="8225280" cy="1138680"/>
          </a:xfrm>
          <a:prstGeom prst="rect">
            <a:avLst/>
          </a:prstGeom>
          <a:noFill/>
          <a:ln w="0">
            <a:noFill/>
          </a:ln>
        </p:spPr>
        <p:style>
          <a:lnRef idx="0"/>
          <a:fillRef idx="0"/>
          <a:effectRef idx="0"/>
          <a:fontRef idx="minor"/>
        </p:style>
        <p:txBody>
          <a:bodyPr lIns="90000" rIns="90000" tIns="45000" bIns="45000" anchor="ctr">
            <a:normAutofit fontScale="96666" lnSpcReduction="20000"/>
          </a:bodyPr>
          <a:p>
            <a:pPr>
              <a:lnSpc>
                <a:spcPct val="100000"/>
              </a:lnSpc>
            </a:pPr>
            <a:r>
              <a:rPr b="1" lang="fr-FR" sz="4100" spc="-1" strike="noStrike">
                <a:solidFill>
                  <a:srgbClr val="464646"/>
                </a:solidFill>
                <a:latin typeface="Lucida Sans Unicode"/>
                <a:ea typeface="DejaVu Sans"/>
              </a:rPr>
              <a:t>Principe de respect des personnes</a:t>
            </a:r>
            <a:endParaRPr b="0" lang="fr-FR" sz="4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7" name="TextShape 1"/>
          <p:cNvSpPr/>
          <p:nvPr/>
        </p:nvSpPr>
        <p:spPr>
          <a:xfrm>
            <a:off x="457200" y="1481400"/>
            <a:ext cx="8225280" cy="4521600"/>
          </a:xfrm>
          <a:prstGeom prst="rect">
            <a:avLst/>
          </a:prstGeom>
          <a:noFill/>
          <a:ln w="0">
            <a:noFill/>
          </a:ln>
        </p:spPr>
        <p:style>
          <a:lnRef idx="0"/>
          <a:fillRef idx="0"/>
          <a:effectRef idx="0"/>
          <a:fontRef idx="minor"/>
        </p:style>
        <p:txBody>
          <a:bodyPr lIns="90000" rIns="90000" tIns="45000" bIns="45000" anchor="t">
            <a:normAutofit fontScale="50000"/>
          </a:bodyPr>
          <a:p>
            <a:pPr marL="109800" algn="ctr">
              <a:lnSpc>
                <a:spcPct val="100000"/>
              </a:lnSpc>
              <a:spcBef>
                <a:spcPts val="400"/>
              </a:spcBef>
            </a:pPr>
            <a:r>
              <a:rPr b="1" lang="fr-FR" sz="2700" spc="-1" strike="noStrike">
                <a:solidFill>
                  <a:srgbClr val="000000"/>
                </a:solidFill>
                <a:latin typeface="Lucida Sans Unicode"/>
                <a:ea typeface="DejaVu Sans"/>
              </a:rPr>
              <a:t>Sur quoi porte l’information des personnes concernées ?</a:t>
            </a: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Identité et coordonnées de l’organisme (responsable du traitement de données) ;</a:t>
            </a: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Finalités (à quoi vont servir les données collectées) ;</a:t>
            </a: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Base légale du traitement de données (c’est-à-dire ce qui donne le droit à un organisme de traiter les données) : il peut s’agir du consentement des personnes concernées, du respect d’une obligation prévue par un texte, de l’exécution d’un contrat, etc.) ;</a:t>
            </a: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Caractère obligatoire ou facultatif du recueil des données (ce qui suppose une réflexion en amont sur l’utilité de collecter ces données au vu de l’objectif poursuivi – principe de « minimisation » des données) et conséquences pour la personne en cas de non-fourniture des données ;</a:t>
            </a: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Destinataires ou catégories de destinataires des données (qui a besoin d’y accéder ou de les recevoir au vu des finalités définies, y compris les sous-traitants) ;</a:t>
            </a: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Durée de conservation des données (ou critères permettant de la déterminer) ;</a:t>
            </a: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Droits des personnes concernées (les droits d’accès, de rectification, d’effacement et à la limitation sont applicables pour tous les traitements)</a:t>
            </a: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Coordonnées du délégué à la protection des données de l’organisme, s’il a été désigné, ou d’un point de contact sur les questions de protection des données personnelles ;</a:t>
            </a: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Droit d’introduire une réclamation auprès de la CNIL.</a:t>
            </a:r>
            <a:endParaRPr b="0" lang="fr-FR" sz="2700" spc="-1" strike="noStrike">
              <a:solidFill>
                <a:srgbClr val="000000"/>
              </a:solidFill>
              <a:latin typeface="Arial"/>
            </a:endParaRPr>
          </a:p>
        </p:txBody>
      </p:sp>
      <p:sp>
        <p:nvSpPr>
          <p:cNvPr id="568" name="TextShape 2"/>
          <p:cNvSpPr/>
          <p:nvPr/>
        </p:nvSpPr>
        <p:spPr>
          <a:xfrm>
            <a:off x="457200" y="274680"/>
            <a:ext cx="8225280" cy="1138680"/>
          </a:xfrm>
          <a:prstGeom prst="rect">
            <a:avLst/>
          </a:prstGeom>
          <a:noFill/>
          <a:ln w="0">
            <a:noFill/>
          </a:ln>
        </p:spPr>
        <p:style>
          <a:lnRef idx="0"/>
          <a:fillRef idx="0"/>
          <a:effectRef idx="0"/>
          <a:fontRef idx="minor"/>
        </p:style>
        <p:txBody>
          <a:bodyPr lIns="90000" rIns="90000" tIns="45000" bIns="45000" anchor="ctr">
            <a:normAutofit fontScale="96666" lnSpcReduction="20000"/>
          </a:bodyPr>
          <a:p>
            <a:pPr>
              <a:lnSpc>
                <a:spcPct val="100000"/>
              </a:lnSpc>
            </a:pPr>
            <a:r>
              <a:rPr b="1" lang="fr-FR" sz="4100" spc="-1" strike="noStrike">
                <a:solidFill>
                  <a:srgbClr val="464646"/>
                </a:solidFill>
                <a:latin typeface="Lucida Sans Unicode"/>
                <a:ea typeface="DejaVu Sans"/>
              </a:rPr>
              <a:t>Principe de respect des personnes</a:t>
            </a:r>
            <a:endParaRPr b="0" lang="fr-FR" sz="4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9" name="TextShape 1"/>
          <p:cNvSpPr/>
          <p:nvPr/>
        </p:nvSpPr>
        <p:spPr>
          <a:xfrm>
            <a:off x="457200" y="1481400"/>
            <a:ext cx="8225280" cy="4521600"/>
          </a:xfrm>
          <a:prstGeom prst="rect">
            <a:avLst/>
          </a:prstGeom>
          <a:noFill/>
          <a:ln w="0">
            <a:noFill/>
          </a:ln>
        </p:spPr>
        <p:style>
          <a:lnRef idx="0"/>
          <a:fillRef idx="0"/>
          <a:effectRef idx="0"/>
          <a:fontRef idx="minor"/>
        </p:style>
        <p:txBody>
          <a:bodyPr lIns="90000" rIns="90000" tIns="45000" bIns="45000" anchor="t">
            <a:normAutofit fontScale="75000" lnSpcReduction="20000"/>
          </a:bodyPr>
          <a:p>
            <a:pPr marL="109800" algn="ctr">
              <a:lnSpc>
                <a:spcPct val="100000"/>
              </a:lnSpc>
              <a:spcBef>
                <a:spcPts val="400"/>
              </a:spcBef>
            </a:pPr>
            <a:r>
              <a:rPr b="0" lang="fr-FR" sz="2700" spc="-1" strike="noStrike">
                <a:solidFill>
                  <a:srgbClr val="000000"/>
                </a:solidFill>
                <a:latin typeface="Lucida Sans Unicode"/>
                <a:ea typeface="DejaVu Sans"/>
              </a:rPr>
              <a:t>La forme de l’information des personnes concernées:</a:t>
            </a:r>
            <a:endParaRPr b="0" lang="fr-FR" sz="2700" spc="-1" strike="noStrike">
              <a:solidFill>
                <a:srgbClr val="000000"/>
              </a:solidFill>
              <a:latin typeface="Arial"/>
            </a:endParaRPr>
          </a:p>
          <a:p>
            <a:pPr marL="109800" algn="ctr">
              <a:lnSpc>
                <a:spcPct val="100000"/>
              </a:lnSpc>
              <a:spcBef>
                <a:spcPts val="400"/>
              </a:spcBef>
            </a:pP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Une notice d’information par niveau (liens cliquables, menus dépliants, supports distincts, etc.) : les personnes peuvent naviguer aisément dans le document. Elle permet également d’apporter des informations plus détaillées, voire descriptives sur le plan technique, sans nuire à l’ergonomie et à la lisibilité de l’information.</a:t>
            </a:r>
            <a:endParaRPr b="0" lang="fr-FR" sz="2700" spc="-1" strike="noStrike">
              <a:solidFill>
                <a:srgbClr val="000000"/>
              </a:solidFill>
              <a:latin typeface="Arial"/>
            </a:endParaRPr>
          </a:p>
          <a:p>
            <a:pPr algn="just">
              <a:lnSpc>
                <a:spcPct val="100000"/>
              </a:lnSpc>
              <a:spcBef>
                <a:spcPts val="400"/>
              </a:spcBef>
            </a:pP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D’autres outils peuvent être particulièrement utiles pour assurer la transparence de l’information, comme le recours à des pop-ups d’information contextuelle (push notices) sur un formulaire en ligne, à des icônes ou à des vidéos. Cela permet de donner l’information adéquate au moment opportun pour indiquer, par exemple, à quoi servira l’adresse électronique communiquée.</a:t>
            </a:r>
            <a:endParaRPr b="0" lang="fr-FR" sz="2700" spc="-1" strike="noStrike">
              <a:solidFill>
                <a:srgbClr val="000000"/>
              </a:solidFill>
              <a:latin typeface="Arial"/>
            </a:endParaRPr>
          </a:p>
        </p:txBody>
      </p:sp>
      <p:sp>
        <p:nvSpPr>
          <p:cNvPr id="570" name="TextShape 2"/>
          <p:cNvSpPr/>
          <p:nvPr/>
        </p:nvSpPr>
        <p:spPr>
          <a:xfrm>
            <a:off x="457200" y="274680"/>
            <a:ext cx="8225280" cy="1138680"/>
          </a:xfrm>
          <a:prstGeom prst="rect">
            <a:avLst/>
          </a:prstGeom>
          <a:noFill/>
          <a:ln w="0">
            <a:noFill/>
          </a:ln>
        </p:spPr>
        <p:style>
          <a:lnRef idx="0"/>
          <a:fillRef idx="0"/>
          <a:effectRef idx="0"/>
          <a:fontRef idx="minor"/>
        </p:style>
        <p:txBody>
          <a:bodyPr lIns="90000" rIns="90000" tIns="45000" bIns="45000" anchor="ctr">
            <a:normAutofit fontScale="96666" lnSpcReduction="20000"/>
          </a:bodyPr>
          <a:p>
            <a:pPr>
              <a:lnSpc>
                <a:spcPct val="100000"/>
              </a:lnSpc>
            </a:pPr>
            <a:r>
              <a:rPr b="1" lang="fr-FR" sz="4100" spc="-1" strike="noStrike">
                <a:solidFill>
                  <a:srgbClr val="464646"/>
                </a:solidFill>
                <a:latin typeface="Lucida Sans Unicode"/>
                <a:ea typeface="DejaVu Sans"/>
              </a:rPr>
              <a:t>Principe de respect des personnes</a:t>
            </a:r>
            <a:endParaRPr b="0" lang="fr-FR" sz="4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1" name="TextShape 1"/>
          <p:cNvSpPr/>
          <p:nvPr/>
        </p:nvSpPr>
        <p:spPr>
          <a:xfrm>
            <a:off x="457200" y="1481400"/>
            <a:ext cx="8225280" cy="4521600"/>
          </a:xfrm>
          <a:prstGeom prst="rect">
            <a:avLst/>
          </a:prstGeom>
          <a:noFill/>
          <a:ln w="0">
            <a:noFill/>
          </a:ln>
        </p:spPr>
        <p:style>
          <a:lnRef idx="0"/>
          <a:fillRef idx="0"/>
          <a:effectRef idx="0"/>
          <a:fontRef idx="minor"/>
        </p:style>
        <p:txBody>
          <a:bodyPr lIns="90000" rIns="90000" tIns="45000" bIns="45000" anchor="t">
            <a:normAutofit fontScale="93333"/>
          </a:bodyPr>
          <a:p>
            <a:pPr marL="109800" algn="ctr">
              <a:lnSpc>
                <a:spcPct val="100000"/>
              </a:lnSpc>
              <a:spcBef>
                <a:spcPts val="400"/>
              </a:spcBef>
            </a:pPr>
            <a:r>
              <a:rPr b="0" lang="fr-FR" sz="2700" spc="-1" strike="noStrike">
                <a:solidFill>
                  <a:srgbClr val="000000"/>
                </a:solidFill>
                <a:latin typeface="Lucida Sans Unicode"/>
                <a:ea typeface="DejaVu Sans"/>
              </a:rPr>
              <a:t>Le droit à la rectification</a:t>
            </a: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La personne concernée a le droit d'obtenir la rectification des données à caractère personnel la concernant inexactes ou incomplètes </a:t>
            </a:r>
            <a:br>
              <a:rPr sz="1800"/>
            </a:br>
            <a:r>
              <a:rPr b="0" lang="fr-FR" sz="2700" spc="-1" strike="noStrike">
                <a:solidFill>
                  <a:srgbClr val="000000"/>
                </a:solidFill>
                <a:latin typeface="Lucida Sans Unicode"/>
                <a:ea typeface="DejaVu Sans"/>
              </a:rPr>
              <a:t>(ex: départ de l’entreprise, changement de poste)</a:t>
            </a:r>
            <a:endParaRPr b="0" lang="fr-FR" sz="2700" spc="-1" strike="noStrike">
              <a:solidFill>
                <a:srgbClr val="000000"/>
              </a:solidFill>
              <a:latin typeface="Arial"/>
            </a:endParaRPr>
          </a:p>
          <a:p>
            <a:pPr marL="109800" algn="just">
              <a:lnSpc>
                <a:spcPct val="100000"/>
              </a:lnSpc>
              <a:spcBef>
                <a:spcPts val="400"/>
              </a:spcBef>
            </a:pPr>
            <a:endParaRPr b="0" lang="fr-FR" sz="2700" spc="-1" strike="noStrike">
              <a:solidFill>
                <a:srgbClr val="000000"/>
              </a:solidFill>
              <a:latin typeface="Arial"/>
            </a:endParaRPr>
          </a:p>
          <a:p>
            <a:pPr marL="365760" indent="-255600" algn="just">
              <a:lnSpc>
                <a:spcPct val="100000"/>
              </a:lnSpc>
              <a:spcBef>
                <a:spcPts val="400"/>
              </a:spcBef>
              <a:buClr>
                <a:srgbClr val="2da2bf"/>
              </a:buClr>
              <a:buSzPct val="68000"/>
              <a:buFont typeface="Wingdings 3" charset="2"/>
              <a:buChar char=""/>
            </a:pPr>
            <a:r>
              <a:rPr b="0" lang="fr-FR" sz="2700" spc="-1" strike="noStrike">
                <a:solidFill>
                  <a:srgbClr val="000000"/>
                </a:solidFill>
                <a:latin typeface="Lucida Sans Unicode"/>
                <a:ea typeface="DejaVu Sans"/>
              </a:rPr>
              <a:t>Il s’agit d’un droit important. Des données inexactes ou incomplètes peuvent entraîner le refus de certains droits (ex: sécurité sociale) ou de la conclusion de certains contrats (ex: contrat de prêt, interdit bancaire)</a:t>
            </a:r>
            <a:endParaRPr b="0" lang="fr-FR" sz="2700" spc="-1" strike="noStrike">
              <a:solidFill>
                <a:srgbClr val="000000"/>
              </a:solidFill>
              <a:latin typeface="Arial"/>
            </a:endParaRPr>
          </a:p>
          <a:p>
            <a:pPr marL="109800" algn="just">
              <a:lnSpc>
                <a:spcPct val="100000"/>
              </a:lnSpc>
              <a:spcBef>
                <a:spcPts val="400"/>
              </a:spcBef>
            </a:pPr>
            <a:endParaRPr b="0" lang="fr-FR" sz="2700" spc="-1" strike="noStrike">
              <a:solidFill>
                <a:srgbClr val="000000"/>
              </a:solidFill>
              <a:latin typeface="Arial"/>
            </a:endParaRPr>
          </a:p>
        </p:txBody>
      </p:sp>
      <p:sp>
        <p:nvSpPr>
          <p:cNvPr id="572" name="TextShape 2"/>
          <p:cNvSpPr/>
          <p:nvPr/>
        </p:nvSpPr>
        <p:spPr>
          <a:xfrm>
            <a:off x="457200" y="274680"/>
            <a:ext cx="8225280" cy="1138680"/>
          </a:xfrm>
          <a:prstGeom prst="rect">
            <a:avLst/>
          </a:prstGeom>
          <a:noFill/>
          <a:ln w="0">
            <a:noFill/>
          </a:ln>
        </p:spPr>
        <p:style>
          <a:lnRef idx="0"/>
          <a:fillRef idx="0"/>
          <a:effectRef idx="0"/>
          <a:fontRef idx="minor"/>
        </p:style>
        <p:txBody>
          <a:bodyPr lIns="90000" rIns="90000" tIns="45000" bIns="45000" anchor="ctr">
            <a:normAutofit fontScale="96666" lnSpcReduction="20000"/>
          </a:bodyPr>
          <a:p>
            <a:pPr>
              <a:lnSpc>
                <a:spcPct val="100000"/>
              </a:lnSpc>
            </a:pPr>
            <a:r>
              <a:rPr b="1" lang="fr-FR" sz="4100" spc="-1" strike="noStrike">
                <a:solidFill>
                  <a:srgbClr val="464646"/>
                </a:solidFill>
                <a:latin typeface="Lucida Sans Unicode"/>
                <a:ea typeface="DejaVu Sans"/>
              </a:rPr>
              <a:t>Principe de respect des personnes</a:t>
            </a:r>
            <a:endParaRPr b="0" lang="fr-FR" sz="4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9.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Concourse</Template>
  <TotalTime>0</TotalTime>
  <Application>LibreOffice/24.2.5.2$Windows_X86_64 LibreOffice_project/bffef4ea93e59bebbeaf7f431bb02b1a39ee8a59</Application>
  <AppVersion>15.0000</AppVersion>
  <Words>3086</Words>
  <Paragraphs>168</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2025-09-24T11:14:26Z</dcterms:created>
  <dc:creator/>
  <dc:description/>
  <dc:language>fr-FR</dc:language>
  <cp:lastModifiedBy/>
  <cp:revision>1</cp:revision>
  <dc:subject/>
  <dc:title>Le Règlement Général sur la Protection des Données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0</vt:i4>
  </property>
  <property fmtid="{D5CDD505-2E9C-101B-9397-08002B2CF9AE}" pid="3" name="HyperlinksChanged">
    <vt:bool>0</vt:bool>
  </property>
  <property fmtid="{D5CDD505-2E9C-101B-9397-08002B2CF9AE}" pid="4" name="LinksUpToDate">
    <vt:bool>0</vt:bool>
  </property>
  <property fmtid="{D5CDD505-2E9C-101B-9397-08002B2CF9AE}" pid="5" name="MMClips">
    <vt:i4>0</vt:i4>
  </property>
  <property fmtid="{D5CDD505-2E9C-101B-9397-08002B2CF9AE}" pid="6" name="Notes">
    <vt:i4>0</vt:i4>
  </property>
  <property fmtid="{D5CDD505-2E9C-101B-9397-08002B2CF9AE}" pid="7" name="PresentationFormat">
    <vt:lpwstr>Affichage à l'écran (4:3)</vt:lpwstr>
  </property>
  <property fmtid="{D5CDD505-2E9C-101B-9397-08002B2CF9AE}" pid="8" name="ScaleCrop">
    <vt:bool>0</vt:bool>
  </property>
  <property fmtid="{D5CDD505-2E9C-101B-9397-08002B2CF9AE}" pid="9" name="ShareDoc">
    <vt:bool>0</vt:bool>
  </property>
  <property fmtid="{D5CDD505-2E9C-101B-9397-08002B2CF9AE}" pid="10" name="Slides">
    <vt:i4>24</vt:i4>
  </property>
</Properties>
</file>